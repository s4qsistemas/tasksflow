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F24A80-C493-9E67-0F8C-868AAA9C9FD7}" v="85" dt="2025-10-29T00:30:13.900"/>
    <p1510:client id="{79733795-A553-2A1F-2A83-E7E44B9D89A7}" v="90" dt="2025-10-28T17:30:18.612"/>
    <p1510:client id="{7B6FA20A-A5F6-77B3-4095-FDE21DBB0F0B}" v="54" dt="2025-10-28T16:07:01.675"/>
    <p1510:client id="{BD9125FD-1EF0-1A6D-4042-C666C0350AF6}" v="26" dt="2025-10-29T00:55:44.9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EGO IGNACIO ALVIAL ARREPOL" userId="S::diego.alvial@correoaiep.cl::6b74cd0b-b451-4e44-aa2c-cf5e3a428825" providerId="AD" clId="Web-{27F24A80-C493-9E67-0F8C-868AAA9C9FD7}"/>
    <pc:docChg chg="addSld delSld modSld">
      <pc:chgData name="DIEGO IGNACIO ALVIAL ARREPOL" userId="S::diego.alvial@correoaiep.cl::6b74cd0b-b451-4e44-aa2c-cf5e3a428825" providerId="AD" clId="Web-{27F24A80-C493-9E67-0F8C-868AAA9C9FD7}" dt="2025-10-29T00:30:13.900" v="45"/>
      <pc:docMkLst>
        <pc:docMk/>
      </pc:docMkLst>
      <pc:sldChg chg="modSp">
        <pc:chgData name="DIEGO IGNACIO ALVIAL ARREPOL" userId="S::diego.alvial@correoaiep.cl::6b74cd0b-b451-4e44-aa2c-cf5e3a428825" providerId="AD" clId="Web-{27F24A80-C493-9E67-0F8C-868AAA9C9FD7}" dt="2025-10-29T00:27:54.416" v="43" actId="20577"/>
        <pc:sldMkLst>
          <pc:docMk/>
          <pc:sldMk cId="109857222" sldId="256"/>
        </pc:sldMkLst>
        <pc:spChg chg="mod">
          <ac:chgData name="DIEGO IGNACIO ALVIAL ARREPOL" userId="S::diego.alvial@correoaiep.cl::6b74cd0b-b451-4e44-aa2c-cf5e3a428825" providerId="AD" clId="Web-{27F24A80-C493-9E67-0F8C-868AAA9C9FD7}" dt="2025-10-29T00:27:54.416" v="43" actId="20577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DIEGO IGNACIO ALVIAL ARREPOL" userId="S::diego.alvial@correoaiep.cl::6b74cd0b-b451-4e44-aa2c-cf5e3a428825" providerId="AD" clId="Web-{27F24A80-C493-9E67-0F8C-868AAA9C9FD7}" dt="2025-10-28T23:56:12.455" v="2" actId="20577"/>
          <ac:spMkLst>
            <pc:docMk/>
            <pc:sldMk cId="109857222" sldId="256"/>
            <ac:spMk id="3" creationId="{00000000-0000-0000-0000-000000000000}"/>
          </ac:spMkLst>
        </pc:spChg>
      </pc:sldChg>
      <pc:sldChg chg="modSp">
        <pc:chgData name="DIEGO IGNACIO ALVIAL ARREPOL" userId="S::diego.alvial@correoaiep.cl::6b74cd0b-b451-4e44-aa2c-cf5e3a428825" providerId="AD" clId="Web-{27F24A80-C493-9E67-0F8C-868AAA9C9FD7}" dt="2025-10-28T23:57:24.783" v="6" actId="20577"/>
        <pc:sldMkLst>
          <pc:docMk/>
          <pc:sldMk cId="1114900043" sldId="257"/>
        </pc:sldMkLst>
        <pc:spChg chg="mod">
          <ac:chgData name="DIEGO IGNACIO ALVIAL ARREPOL" userId="S::diego.alvial@correoaiep.cl::6b74cd0b-b451-4e44-aa2c-cf5e3a428825" providerId="AD" clId="Web-{27F24A80-C493-9E67-0F8C-868AAA9C9FD7}" dt="2025-10-28T23:57:24.783" v="6" actId="20577"/>
          <ac:spMkLst>
            <pc:docMk/>
            <pc:sldMk cId="1114900043" sldId="257"/>
            <ac:spMk id="2" creationId="{B51ED102-863C-AE86-75BE-9B884546B51F}"/>
          </ac:spMkLst>
        </pc:spChg>
        <pc:spChg chg="mod">
          <ac:chgData name="DIEGO IGNACIO ALVIAL ARREPOL" userId="S::diego.alvial@correoaiep.cl::6b74cd0b-b451-4e44-aa2c-cf5e3a428825" providerId="AD" clId="Web-{27F24A80-C493-9E67-0F8C-868AAA9C9FD7}" dt="2025-10-28T23:57:13.643" v="5" actId="20577"/>
          <ac:spMkLst>
            <pc:docMk/>
            <pc:sldMk cId="1114900043" sldId="257"/>
            <ac:spMk id="3" creationId="{96DE065E-9793-A142-754C-D7A015E2EEFB}"/>
          </ac:spMkLst>
        </pc:spChg>
      </pc:sldChg>
      <pc:sldChg chg="modSp">
        <pc:chgData name="DIEGO IGNACIO ALVIAL ARREPOL" userId="S::diego.alvial@correoaiep.cl::6b74cd0b-b451-4e44-aa2c-cf5e3a428825" providerId="AD" clId="Web-{27F24A80-C493-9E67-0F8C-868AAA9C9FD7}" dt="2025-10-28T23:58:16.799" v="9" actId="20577"/>
        <pc:sldMkLst>
          <pc:docMk/>
          <pc:sldMk cId="478490787" sldId="258"/>
        </pc:sldMkLst>
        <pc:spChg chg="mod">
          <ac:chgData name="DIEGO IGNACIO ALVIAL ARREPOL" userId="S::diego.alvial@correoaiep.cl::6b74cd0b-b451-4e44-aa2c-cf5e3a428825" providerId="AD" clId="Web-{27F24A80-C493-9E67-0F8C-868AAA9C9FD7}" dt="2025-10-28T23:57:47.611" v="7" actId="20577"/>
          <ac:spMkLst>
            <pc:docMk/>
            <pc:sldMk cId="478490787" sldId="258"/>
            <ac:spMk id="2" creationId="{0BF05984-BC04-1E9C-5DAA-0E082B6BFB60}"/>
          </ac:spMkLst>
        </pc:spChg>
        <pc:spChg chg="mod">
          <ac:chgData name="DIEGO IGNACIO ALVIAL ARREPOL" userId="S::diego.alvial@correoaiep.cl::6b74cd0b-b451-4e44-aa2c-cf5e3a428825" providerId="AD" clId="Web-{27F24A80-C493-9E67-0F8C-868AAA9C9FD7}" dt="2025-10-28T23:58:00.455" v="8" actId="20577"/>
          <ac:spMkLst>
            <pc:docMk/>
            <pc:sldMk cId="478490787" sldId="258"/>
            <ac:spMk id="3" creationId="{6DB5A126-F758-41F3-F8F9-FD9600417EB5}"/>
          </ac:spMkLst>
        </pc:spChg>
        <pc:spChg chg="mod">
          <ac:chgData name="DIEGO IGNACIO ALVIAL ARREPOL" userId="S::diego.alvial@correoaiep.cl::6b74cd0b-b451-4e44-aa2c-cf5e3a428825" providerId="AD" clId="Web-{27F24A80-C493-9E67-0F8C-868AAA9C9FD7}" dt="2025-10-28T23:58:16.799" v="9" actId="20577"/>
          <ac:spMkLst>
            <pc:docMk/>
            <pc:sldMk cId="478490787" sldId="258"/>
            <ac:spMk id="4" creationId="{4A45F084-A257-7A68-6967-6D2C6F041F6A}"/>
          </ac:spMkLst>
        </pc:spChg>
      </pc:sldChg>
      <pc:sldChg chg="modSp">
        <pc:chgData name="DIEGO IGNACIO ALVIAL ARREPOL" userId="S::diego.alvial@correoaiep.cl::6b74cd0b-b451-4e44-aa2c-cf5e3a428825" providerId="AD" clId="Web-{27F24A80-C493-9E67-0F8C-868AAA9C9FD7}" dt="2025-10-28T23:59:10.408" v="14" actId="20577"/>
        <pc:sldMkLst>
          <pc:docMk/>
          <pc:sldMk cId="2774113851" sldId="259"/>
        </pc:sldMkLst>
        <pc:spChg chg="mod">
          <ac:chgData name="DIEGO IGNACIO ALVIAL ARREPOL" userId="S::diego.alvial@correoaiep.cl::6b74cd0b-b451-4e44-aa2c-cf5e3a428825" providerId="AD" clId="Web-{27F24A80-C493-9E67-0F8C-868AAA9C9FD7}" dt="2025-10-28T23:58:40.502" v="12" actId="20577"/>
          <ac:spMkLst>
            <pc:docMk/>
            <pc:sldMk cId="2774113851" sldId="259"/>
            <ac:spMk id="2" creationId="{2D7CF2EC-4972-8198-C3F6-85781130E67B}"/>
          </ac:spMkLst>
        </pc:spChg>
        <pc:spChg chg="mod">
          <ac:chgData name="DIEGO IGNACIO ALVIAL ARREPOL" userId="S::diego.alvial@correoaiep.cl::6b74cd0b-b451-4e44-aa2c-cf5e3a428825" providerId="AD" clId="Web-{27F24A80-C493-9E67-0F8C-868AAA9C9FD7}" dt="2025-10-28T23:59:10.408" v="14" actId="20577"/>
          <ac:spMkLst>
            <pc:docMk/>
            <pc:sldMk cId="2774113851" sldId="259"/>
            <ac:spMk id="3" creationId="{75951B0C-864D-02D4-8399-9328558EB23E}"/>
          </ac:spMkLst>
        </pc:spChg>
        <pc:spChg chg="mod">
          <ac:chgData name="DIEGO IGNACIO ALVIAL ARREPOL" userId="S::diego.alvial@correoaiep.cl::6b74cd0b-b451-4e44-aa2c-cf5e3a428825" providerId="AD" clId="Web-{27F24A80-C493-9E67-0F8C-868AAA9C9FD7}" dt="2025-10-28T23:58:57.596" v="13" actId="20577"/>
          <ac:spMkLst>
            <pc:docMk/>
            <pc:sldMk cId="2774113851" sldId="259"/>
            <ac:spMk id="4" creationId="{D27BE599-50B9-C63E-0FD3-87B591060916}"/>
          </ac:spMkLst>
        </pc:spChg>
      </pc:sldChg>
      <pc:sldChg chg="delSp modSp new mod modClrScheme chgLayout">
        <pc:chgData name="DIEGO IGNACIO ALVIAL ARREPOL" userId="S::diego.alvial@correoaiep.cl::6b74cd0b-b451-4e44-aa2c-cf5e3a428825" providerId="AD" clId="Web-{27F24A80-C493-9E67-0F8C-868AAA9C9FD7}" dt="2025-10-29T00:04:15.156" v="22" actId="20577"/>
        <pc:sldMkLst>
          <pc:docMk/>
          <pc:sldMk cId="2535523871" sldId="260"/>
        </pc:sldMkLst>
        <pc:spChg chg="mod ord">
          <ac:chgData name="DIEGO IGNACIO ALVIAL ARREPOL" userId="S::diego.alvial@correoaiep.cl::6b74cd0b-b451-4e44-aa2c-cf5e3a428825" providerId="AD" clId="Web-{27F24A80-C493-9E67-0F8C-868AAA9C9FD7}" dt="2025-10-29T00:04:15.156" v="22" actId="20577"/>
          <ac:spMkLst>
            <pc:docMk/>
            <pc:sldMk cId="2535523871" sldId="260"/>
            <ac:spMk id="2" creationId="{9ADC26EC-6843-0ADD-90F2-939B64DB9B07}"/>
          </ac:spMkLst>
        </pc:spChg>
        <pc:spChg chg="mod ord">
          <ac:chgData name="DIEGO IGNACIO ALVIAL ARREPOL" userId="S::diego.alvial@correoaiep.cl::6b74cd0b-b451-4e44-aa2c-cf5e3a428825" providerId="AD" clId="Web-{27F24A80-C493-9E67-0F8C-868AAA9C9FD7}" dt="2025-10-29T00:03:59.937" v="21" actId="20577"/>
          <ac:spMkLst>
            <pc:docMk/>
            <pc:sldMk cId="2535523871" sldId="260"/>
            <ac:spMk id="3" creationId="{0419F920-23A1-8DD6-D1AE-06412F1D7FBF}"/>
          </ac:spMkLst>
        </pc:spChg>
        <pc:spChg chg="del">
          <ac:chgData name="DIEGO IGNACIO ALVIAL ARREPOL" userId="S::diego.alvial@correoaiep.cl::6b74cd0b-b451-4e44-aa2c-cf5e3a428825" providerId="AD" clId="Web-{27F24A80-C493-9E67-0F8C-868AAA9C9FD7}" dt="2025-10-29T00:03:11.735" v="16"/>
          <ac:spMkLst>
            <pc:docMk/>
            <pc:sldMk cId="2535523871" sldId="260"/>
            <ac:spMk id="4" creationId="{2B6F86B3-CE8E-74C2-94F3-06C2C7C53AB5}"/>
          </ac:spMkLst>
        </pc:spChg>
      </pc:sldChg>
      <pc:sldChg chg="modSp new">
        <pc:chgData name="DIEGO IGNACIO ALVIAL ARREPOL" userId="S::diego.alvial@correoaiep.cl::6b74cd0b-b451-4e44-aa2c-cf5e3a428825" providerId="AD" clId="Web-{27F24A80-C493-9E67-0F8C-868AAA9C9FD7}" dt="2025-10-29T00:06:30.687" v="30" actId="20577"/>
        <pc:sldMkLst>
          <pc:docMk/>
          <pc:sldMk cId="1120457422" sldId="261"/>
        </pc:sldMkLst>
        <pc:spChg chg="mod">
          <ac:chgData name="DIEGO IGNACIO ALVIAL ARREPOL" userId="S::diego.alvial@correoaiep.cl::6b74cd0b-b451-4e44-aa2c-cf5e3a428825" providerId="AD" clId="Web-{27F24A80-C493-9E67-0F8C-868AAA9C9FD7}" dt="2025-10-29T00:06:19.937" v="29" actId="20577"/>
          <ac:spMkLst>
            <pc:docMk/>
            <pc:sldMk cId="1120457422" sldId="261"/>
            <ac:spMk id="2" creationId="{89FD1B1A-B166-FC05-68D2-3D5A761E2115}"/>
          </ac:spMkLst>
        </pc:spChg>
        <pc:spChg chg="mod">
          <ac:chgData name="DIEGO IGNACIO ALVIAL ARREPOL" userId="S::diego.alvial@correoaiep.cl::6b74cd0b-b451-4e44-aa2c-cf5e3a428825" providerId="AD" clId="Web-{27F24A80-C493-9E67-0F8C-868AAA9C9FD7}" dt="2025-10-29T00:06:30.687" v="30" actId="20577"/>
          <ac:spMkLst>
            <pc:docMk/>
            <pc:sldMk cId="1120457422" sldId="261"/>
            <ac:spMk id="3" creationId="{2778BF05-9696-9402-A0CE-378B6EABE94C}"/>
          </ac:spMkLst>
        </pc:spChg>
      </pc:sldChg>
      <pc:sldChg chg="modSp new">
        <pc:chgData name="DIEGO IGNACIO ALVIAL ARREPOL" userId="S::diego.alvial@correoaiep.cl::6b74cd0b-b451-4e44-aa2c-cf5e3a428825" providerId="AD" clId="Web-{27F24A80-C493-9E67-0F8C-868AAA9C9FD7}" dt="2025-10-29T00:10:21.436" v="40" actId="20577"/>
        <pc:sldMkLst>
          <pc:docMk/>
          <pc:sldMk cId="3732795738" sldId="262"/>
        </pc:sldMkLst>
        <pc:spChg chg="mod">
          <ac:chgData name="DIEGO IGNACIO ALVIAL ARREPOL" userId="S::diego.alvial@correoaiep.cl::6b74cd0b-b451-4e44-aa2c-cf5e3a428825" providerId="AD" clId="Web-{27F24A80-C493-9E67-0F8C-868AAA9C9FD7}" dt="2025-10-29T00:10:04.468" v="39" actId="20577"/>
          <ac:spMkLst>
            <pc:docMk/>
            <pc:sldMk cId="3732795738" sldId="262"/>
            <ac:spMk id="2" creationId="{9D3BE231-768F-3D28-36D9-7836822BE8B1}"/>
          </ac:spMkLst>
        </pc:spChg>
        <pc:spChg chg="mod">
          <ac:chgData name="DIEGO IGNACIO ALVIAL ARREPOL" userId="S::diego.alvial@correoaiep.cl::6b74cd0b-b451-4e44-aa2c-cf5e3a428825" providerId="AD" clId="Web-{27F24A80-C493-9E67-0F8C-868AAA9C9FD7}" dt="2025-10-29T00:10:21.436" v="40" actId="20577"/>
          <ac:spMkLst>
            <pc:docMk/>
            <pc:sldMk cId="3732795738" sldId="262"/>
            <ac:spMk id="3" creationId="{08CE1297-73EF-F9BA-DB2B-68E2C93CD822}"/>
          </ac:spMkLst>
        </pc:spChg>
      </pc:sldChg>
      <pc:sldChg chg="new del">
        <pc:chgData name="DIEGO IGNACIO ALVIAL ARREPOL" userId="S::diego.alvial@correoaiep.cl::6b74cd0b-b451-4e44-aa2c-cf5e3a428825" providerId="AD" clId="Web-{27F24A80-C493-9E67-0F8C-868AAA9C9FD7}" dt="2025-10-29T00:30:13.900" v="45"/>
        <pc:sldMkLst>
          <pc:docMk/>
          <pc:sldMk cId="3214447871" sldId="263"/>
        </pc:sldMkLst>
      </pc:sldChg>
    </pc:docChg>
  </pc:docChgLst>
  <pc:docChgLst>
    <pc:chgData name="DIEGO IGNACIO ALVIAL ARREPOL" userId="S::diego.alvial@correoaiep.cl::6b74cd0b-b451-4e44-aa2c-cf5e3a428825" providerId="AD" clId="Web-{79733795-A553-2A1F-2A83-E7E44B9D89A7}"/>
    <pc:docChg chg="addSld modSld">
      <pc:chgData name="DIEGO IGNACIO ALVIAL ARREPOL" userId="S::diego.alvial@correoaiep.cl::6b74cd0b-b451-4e44-aa2c-cf5e3a428825" providerId="AD" clId="Web-{79733795-A553-2A1F-2A83-E7E44B9D89A7}" dt="2025-10-28T17:30:18.612" v="86" actId="20577"/>
      <pc:docMkLst>
        <pc:docMk/>
      </pc:docMkLst>
      <pc:sldChg chg="modSp">
        <pc:chgData name="DIEGO IGNACIO ALVIAL ARREPOL" userId="S::diego.alvial@correoaiep.cl::6b74cd0b-b451-4e44-aa2c-cf5e3a428825" providerId="AD" clId="Web-{79733795-A553-2A1F-2A83-E7E44B9D89A7}" dt="2025-10-28T17:21:13.701" v="2" actId="20577"/>
        <pc:sldMkLst>
          <pc:docMk/>
          <pc:sldMk cId="1114900043" sldId="257"/>
        </pc:sldMkLst>
        <pc:spChg chg="mod">
          <ac:chgData name="DIEGO IGNACIO ALVIAL ARREPOL" userId="S::diego.alvial@correoaiep.cl::6b74cd0b-b451-4e44-aa2c-cf5e3a428825" providerId="AD" clId="Web-{79733795-A553-2A1F-2A83-E7E44B9D89A7}" dt="2025-10-28T17:21:13.701" v="2" actId="20577"/>
          <ac:spMkLst>
            <pc:docMk/>
            <pc:sldMk cId="1114900043" sldId="257"/>
            <ac:spMk id="3" creationId="{96DE065E-9793-A142-754C-D7A015E2EEFB}"/>
          </ac:spMkLst>
        </pc:spChg>
      </pc:sldChg>
      <pc:sldChg chg="addSp modSp new mod modClrScheme chgLayout">
        <pc:chgData name="DIEGO IGNACIO ALVIAL ARREPOL" userId="S::diego.alvial@correoaiep.cl::6b74cd0b-b451-4e44-aa2c-cf5e3a428825" providerId="AD" clId="Web-{79733795-A553-2A1F-2A83-E7E44B9D89A7}" dt="2025-10-28T17:26:32.877" v="57" actId="20577"/>
        <pc:sldMkLst>
          <pc:docMk/>
          <pc:sldMk cId="478490787" sldId="258"/>
        </pc:sldMkLst>
        <pc:spChg chg="mod ord">
          <ac:chgData name="DIEGO IGNACIO ALVIAL ARREPOL" userId="S::diego.alvial@correoaiep.cl::6b74cd0b-b451-4e44-aa2c-cf5e3a428825" providerId="AD" clId="Web-{79733795-A553-2A1F-2A83-E7E44B9D89A7}" dt="2025-10-28T17:26:17.095" v="53" actId="20577"/>
          <ac:spMkLst>
            <pc:docMk/>
            <pc:sldMk cId="478490787" sldId="258"/>
            <ac:spMk id="2" creationId="{0BF05984-BC04-1E9C-5DAA-0E082B6BFB60}"/>
          </ac:spMkLst>
        </pc:spChg>
        <pc:spChg chg="mod ord">
          <ac:chgData name="DIEGO IGNACIO ALVIAL ARREPOL" userId="S::diego.alvial@correoaiep.cl::6b74cd0b-b451-4e44-aa2c-cf5e3a428825" providerId="AD" clId="Web-{79733795-A553-2A1F-2A83-E7E44B9D89A7}" dt="2025-10-28T17:26:32.877" v="57" actId="20577"/>
          <ac:spMkLst>
            <pc:docMk/>
            <pc:sldMk cId="478490787" sldId="258"/>
            <ac:spMk id="3" creationId="{6DB5A126-F758-41F3-F8F9-FD9600417EB5}"/>
          </ac:spMkLst>
        </pc:spChg>
        <pc:spChg chg="add mod ord">
          <ac:chgData name="DIEGO IGNACIO ALVIAL ARREPOL" userId="S::diego.alvial@correoaiep.cl::6b74cd0b-b451-4e44-aa2c-cf5e3a428825" providerId="AD" clId="Web-{79733795-A553-2A1F-2A83-E7E44B9D89A7}" dt="2025-10-28T17:26:32.877" v="57" actId="20577"/>
          <ac:spMkLst>
            <pc:docMk/>
            <pc:sldMk cId="478490787" sldId="258"/>
            <ac:spMk id="4" creationId="{4A45F084-A257-7A68-6967-6D2C6F041F6A}"/>
          </ac:spMkLst>
        </pc:spChg>
      </pc:sldChg>
      <pc:sldChg chg="modSp new mod modClrScheme chgLayout">
        <pc:chgData name="DIEGO IGNACIO ALVIAL ARREPOL" userId="S::diego.alvial@correoaiep.cl::6b74cd0b-b451-4e44-aa2c-cf5e3a428825" providerId="AD" clId="Web-{79733795-A553-2A1F-2A83-E7E44B9D89A7}" dt="2025-10-28T17:30:18.612" v="86" actId="20577"/>
        <pc:sldMkLst>
          <pc:docMk/>
          <pc:sldMk cId="2774113851" sldId="259"/>
        </pc:sldMkLst>
        <pc:spChg chg="mod ord">
          <ac:chgData name="DIEGO IGNACIO ALVIAL ARREPOL" userId="S::diego.alvial@correoaiep.cl::6b74cd0b-b451-4e44-aa2c-cf5e3a428825" providerId="AD" clId="Web-{79733795-A553-2A1F-2A83-E7E44B9D89A7}" dt="2025-10-28T17:29:43.472" v="76" actId="20577"/>
          <ac:spMkLst>
            <pc:docMk/>
            <pc:sldMk cId="2774113851" sldId="259"/>
            <ac:spMk id="2" creationId="{2D7CF2EC-4972-8198-C3F6-85781130E67B}"/>
          </ac:spMkLst>
        </pc:spChg>
        <pc:spChg chg="mod ord">
          <ac:chgData name="DIEGO IGNACIO ALVIAL ARREPOL" userId="S::diego.alvial@correoaiep.cl::6b74cd0b-b451-4e44-aa2c-cf5e3a428825" providerId="AD" clId="Web-{79733795-A553-2A1F-2A83-E7E44B9D89A7}" dt="2025-10-28T17:30:18.612" v="86" actId="20577"/>
          <ac:spMkLst>
            <pc:docMk/>
            <pc:sldMk cId="2774113851" sldId="259"/>
            <ac:spMk id="3" creationId="{75951B0C-864D-02D4-8399-9328558EB23E}"/>
          </ac:spMkLst>
        </pc:spChg>
        <pc:spChg chg="mod ord">
          <ac:chgData name="DIEGO IGNACIO ALVIAL ARREPOL" userId="S::diego.alvial@correoaiep.cl::6b74cd0b-b451-4e44-aa2c-cf5e3a428825" providerId="AD" clId="Web-{79733795-A553-2A1F-2A83-E7E44B9D89A7}" dt="2025-10-28T17:30:11.144" v="83" actId="20577"/>
          <ac:spMkLst>
            <pc:docMk/>
            <pc:sldMk cId="2774113851" sldId="259"/>
            <ac:spMk id="4" creationId="{D27BE599-50B9-C63E-0FD3-87B591060916}"/>
          </ac:spMkLst>
        </pc:spChg>
      </pc:sldChg>
    </pc:docChg>
  </pc:docChgLst>
  <pc:docChgLst>
    <pc:chgData name="DIEGO IGNACIO ALVIAL ARREPOL" userId="S::diego.alvial@correoaiep.cl::6b74cd0b-b451-4e44-aa2c-cf5e3a428825" providerId="AD" clId="Web-{BD9125FD-1EF0-1A6D-4042-C666C0350AF6}"/>
    <pc:docChg chg="modSld">
      <pc:chgData name="DIEGO IGNACIO ALVIAL ARREPOL" userId="S::diego.alvial@correoaiep.cl::6b74cd0b-b451-4e44-aa2c-cf5e3a428825" providerId="AD" clId="Web-{BD9125FD-1EF0-1A6D-4042-C666C0350AF6}" dt="2025-10-29T00:55:44.939" v="20" actId="20577"/>
      <pc:docMkLst>
        <pc:docMk/>
      </pc:docMkLst>
      <pc:sldChg chg="modSp">
        <pc:chgData name="DIEGO IGNACIO ALVIAL ARREPOL" userId="S::diego.alvial@correoaiep.cl::6b74cd0b-b451-4e44-aa2c-cf5e3a428825" providerId="AD" clId="Web-{BD9125FD-1EF0-1A6D-4042-C666C0350AF6}" dt="2025-10-29T00:50:45.477" v="2" actId="20577"/>
        <pc:sldMkLst>
          <pc:docMk/>
          <pc:sldMk cId="1114900043" sldId="257"/>
        </pc:sldMkLst>
        <pc:spChg chg="mod">
          <ac:chgData name="DIEGO IGNACIO ALVIAL ARREPOL" userId="S::diego.alvial@correoaiep.cl::6b74cd0b-b451-4e44-aa2c-cf5e3a428825" providerId="AD" clId="Web-{BD9125FD-1EF0-1A6D-4042-C666C0350AF6}" dt="2025-10-29T00:50:45.477" v="2" actId="20577"/>
          <ac:spMkLst>
            <pc:docMk/>
            <pc:sldMk cId="1114900043" sldId="257"/>
            <ac:spMk id="3" creationId="{96DE065E-9793-A142-754C-D7A015E2EEFB}"/>
          </ac:spMkLst>
        </pc:spChg>
      </pc:sldChg>
      <pc:sldChg chg="modSp">
        <pc:chgData name="DIEGO IGNACIO ALVIAL ARREPOL" userId="S::diego.alvial@correoaiep.cl::6b74cd0b-b451-4e44-aa2c-cf5e3a428825" providerId="AD" clId="Web-{BD9125FD-1EF0-1A6D-4042-C666C0350AF6}" dt="2025-10-29T00:53:44.698" v="11" actId="1076"/>
        <pc:sldMkLst>
          <pc:docMk/>
          <pc:sldMk cId="478490787" sldId="258"/>
        </pc:sldMkLst>
        <pc:spChg chg="mod">
          <ac:chgData name="DIEGO IGNACIO ALVIAL ARREPOL" userId="S::diego.alvial@correoaiep.cl::6b74cd0b-b451-4e44-aa2c-cf5e3a428825" providerId="AD" clId="Web-{BD9125FD-1EF0-1A6D-4042-C666C0350AF6}" dt="2025-10-29T00:53:27.618" v="8" actId="14100"/>
          <ac:spMkLst>
            <pc:docMk/>
            <pc:sldMk cId="478490787" sldId="258"/>
            <ac:spMk id="3" creationId="{6DB5A126-F758-41F3-F8F9-FD9600417EB5}"/>
          </ac:spMkLst>
        </pc:spChg>
        <pc:spChg chg="mod">
          <ac:chgData name="DIEGO IGNACIO ALVIAL ARREPOL" userId="S::diego.alvial@correoaiep.cl::6b74cd0b-b451-4e44-aa2c-cf5e3a428825" providerId="AD" clId="Web-{BD9125FD-1EF0-1A6D-4042-C666C0350AF6}" dt="2025-10-29T00:53:44.698" v="11" actId="1076"/>
          <ac:spMkLst>
            <pc:docMk/>
            <pc:sldMk cId="478490787" sldId="258"/>
            <ac:spMk id="4" creationId="{4A45F084-A257-7A68-6967-6D2C6F041F6A}"/>
          </ac:spMkLst>
        </pc:spChg>
      </pc:sldChg>
      <pc:sldChg chg="modSp">
        <pc:chgData name="DIEGO IGNACIO ALVIAL ARREPOL" userId="S::diego.alvial@correoaiep.cl::6b74cd0b-b451-4e44-aa2c-cf5e3a428825" providerId="AD" clId="Web-{BD9125FD-1EF0-1A6D-4042-C666C0350AF6}" dt="2025-10-29T00:55:44.939" v="20" actId="20577"/>
        <pc:sldMkLst>
          <pc:docMk/>
          <pc:sldMk cId="2774113851" sldId="259"/>
        </pc:sldMkLst>
        <pc:spChg chg="mod">
          <ac:chgData name="DIEGO IGNACIO ALVIAL ARREPOL" userId="S::diego.alvial@correoaiep.cl::6b74cd0b-b451-4e44-aa2c-cf5e3a428825" providerId="AD" clId="Web-{BD9125FD-1EF0-1A6D-4042-C666C0350AF6}" dt="2025-10-29T00:55:44.939" v="20" actId="20577"/>
          <ac:spMkLst>
            <pc:docMk/>
            <pc:sldMk cId="2774113851" sldId="259"/>
            <ac:spMk id="3" creationId="{75951B0C-864D-02D4-8399-9328558EB23E}"/>
          </ac:spMkLst>
        </pc:spChg>
        <pc:spChg chg="mod">
          <ac:chgData name="DIEGO IGNACIO ALVIAL ARREPOL" userId="S::diego.alvial@correoaiep.cl::6b74cd0b-b451-4e44-aa2c-cf5e3a428825" providerId="AD" clId="Web-{BD9125FD-1EF0-1A6D-4042-C666C0350AF6}" dt="2025-10-29T00:54:44.295" v="13" actId="20577"/>
          <ac:spMkLst>
            <pc:docMk/>
            <pc:sldMk cId="2774113851" sldId="259"/>
            <ac:spMk id="4" creationId="{D27BE599-50B9-C63E-0FD3-87B591060916}"/>
          </ac:spMkLst>
        </pc:spChg>
      </pc:sldChg>
    </pc:docChg>
  </pc:docChgLst>
  <pc:docChgLst>
    <pc:chgData name="DIEGO IGNACIO ALVIAL ARREPOL" userId="S::diego.alvial@correoaiep.cl::6b74cd0b-b451-4e44-aa2c-cf5e3a428825" providerId="AD" clId="Web-{7B6FA20A-A5F6-77B3-4095-FDE21DBB0F0B}"/>
    <pc:docChg chg="addSld modSld">
      <pc:chgData name="DIEGO IGNACIO ALVIAL ARREPOL" userId="S::diego.alvial@correoaiep.cl::6b74cd0b-b451-4e44-aa2c-cf5e3a428825" providerId="AD" clId="Web-{7B6FA20A-A5F6-77B3-4095-FDE21DBB0F0B}" dt="2025-10-28T16:07:01.706" v="53" actId="20577"/>
      <pc:docMkLst>
        <pc:docMk/>
      </pc:docMkLst>
      <pc:sldChg chg="modSp">
        <pc:chgData name="DIEGO IGNACIO ALVIAL ARREPOL" userId="S::diego.alvial@correoaiep.cl::6b74cd0b-b451-4e44-aa2c-cf5e3a428825" providerId="AD" clId="Web-{7B6FA20A-A5F6-77B3-4095-FDE21DBB0F0B}" dt="2025-10-28T15:56:17.701" v="27" actId="20577"/>
        <pc:sldMkLst>
          <pc:docMk/>
          <pc:sldMk cId="109857222" sldId="256"/>
        </pc:sldMkLst>
        <pc:spChg chg="mod">
          <ac:chgData name="DIEGO IGNACIO ALVIAL ARREPOL" userId="S::diego.alvial@correoaiep.cl::6b74cd0b-b451-4e44-aa2c-cf5e3a428825" providerId="AD" clId="Web-{7B6FA20A-A5F6-77B3-4095-FDE21DBB0F0B}" dt="2025-10-28T15:55:10.773" v="3" actId="20577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DIEGO IGNACIO ALVIAL ARREPOL" userId="S::diego.alvial@correoaiep.cl::6b74cd0b-b451-4e44-aa2c-cf5e3a428825" providerId="AD" clId="Web-{7B6FA20A-A5F6-77B3-4095-FDE21DBB0F0B}" dt="2025-10-28T15:56:17.701" v="27" actId="20577"/>
          <ac:spMkLst>
            <pc:docMk/>
            <pc:sldMk cId="109857222" sldId="256"/>
            <ac:spMk id="3" creationId="{00000000-0000-0000-0000-000000000000}"/>
          </ac:spMkLst>
        </pc:spChg>
      </pc:sldChg>
      <pc:sldChg chg="modSp new">
        <pc:chgData name="DIEGO IGNACIO ALVIAL ARREPOL" userId="S::diego.alvial@correoaiep.cl::6b74cd0b-b451-4e44-aa2c-cf5e3a428825" providerId="AD" clId="Web-{7B6FA20A-A5F6-77B3-4095-FDE21DBB0F0B}" dt="2025-10-28T16:07:01.706" v="53" actId="20577"/>
        <pc:sldMkLst>
          <pc:docMk/>
          <pc:sldMk cId="1114900043" sldId="257"/>
        </pc:sldMkLst>
        <pc:spChg chg="mod">
          <ac:chgData name="DIEGO IGNACIO ALVIAL ARREPOL" userId="S::diego.alvial@correoaiep.cl::6b74cd0b-b451-4e44-aa2c-cf5e3a428825" providerId="AD" clId="Web-{7B6FA20A-A5F6-77B3-4095-FDE21DBB0F0B}" dt="2025-10-28T15:56:41.921" v="47" actId="20577"/>
          <ac:spMkLst>
            <pc:docMk/>
            <pc:sldMk cId="1114900043" sldId="257"/>
            <ac:spMk id="2" creationId="{B51ED102-863C-AE86-75BE-9B884546B51F}"/>
          </ac:spMkLst>
        </pc:spChg>
        <pc:spChg chg="mod">
          <ac:chgData name="DIEGO IGNACIO ALVIAL ARREPOL" userId="S::diego.alvial@correoaiep.cl::6b74cd0b-b451-4e44-aa2c-cf5e3a428825" providerId="AD" clId="Web-{7B6FA20A-A5F6-77B3-4095-FDE21DBB0F0B}" dt="2025-10-28T16:07:01.706" v="53" actId="20577"/>
          <ac:spMkLst>
            <pc:docMk/>
            <pc:sldMk cId="1114900043" sldId="257"/>
            <ac:spMk id="3" creationId="{96DE065E-9793-A142-754C-D7A015E2EEF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L" noProof="1"/>
              <a:t>TasksFlow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CL" dirty="0"/>
              <a:t>Flujo de tareas empresariales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ED102-863C-AE86-75BE-9B884546B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Problemática y Propuesta de Solución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DE065E-9793-A142-754C-D7A015E2EE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CL" b="1" dirty="0">
                <a:ea typeface="+mn-lt"/>
                <a:cs typeface="+mn-lt"/>
              </a:rPr>
              <a:t>Gestión de tareas</a:t>
            </a:r>
            <a:r>
              <a:rPr lang="es-CL" dirty="0">
                <a:ea typeface="+mn-lt"/>
                <a:cs typeface="+mn-lt"/>
              </a:rPr>
              <a:t> en muchas organizaciones es </a:t>
            </a:r>
            <a:r>
              <a:rPr lang="es-CL" b="1" dirty="0">
                <a:ea typeface="+mn-lt"/>
                <a:cs typeface="+mn-lt"/>
              </a:rPr>
              <a:t>descentralizada</a:t>
            </a:r>
            <a:r>
              <a:rPr lang="es-CL" dirty="0">
                <a:ea typeface="+mn-lt"/>
                <a:cs typeface="+mn-lt"/>
              </a:rPr>
              <a:t> y </a:t>
            </a:r>
            <a:r>
              <a:rPr lang="es-CL" b="1" dirty="0">
                <a:ea typeface="+mn-lt"/>
                <a:cs typeface="+mn-lt"/>
              </a:rPr>
              <a:t>poco estructurada</a:t>
            </a:r>
            <a:r>
              <a:rPr lang="es-CL" dirty="0">
                <a:ea typeface="+mn-lt"/>
                <a:cs typeface="+mn-lt"/>
              </a:rPr>
              <a:t>, usando </a:t>
            </a:r>
            <a:r>
              <a:rPr lang="es-CL" b="1" dirty="0">
                <a:ea typeface="+mn-lt"/>
                <a:cs typeface="+mn-lt"/>
              </a:rPr>
              <a:t>correos</a:t>
            </a:r>
            <a:r>
              <a:rPr lang="es-CL" dirty="0">
                <a:ea typeface="+mn-lt"/>
                <a:cs typeface="+mn-lt"/>
              </a:rPr>
              <a:t>, </a:t>
            </a:r>
            <a:r>
              <a:rPr lang="es-CL" b="1" dirty="0">
                <a:ea typeface="+mn-lt"/>
                <a:cs typeface="+mn-lt"/>
              </a:rPr>
              <a:t>hojas de cálculo</a:t>
            </a:r>
            <a:r>
              <a:rPr lang="es-CL" dirty="0">
                <a:ea typeface="+mn-lt"/>
                <a:cs typeface="+mn-lt"/>
              </a:rPr>
              <a:t> o </a:t>
            </a:r>
            <a:r>
              <a:rPr lang="es-CL" b="1" dirty="0">
                <a:ea typeface="+mn-lt"/>
                <a:cs typeface="+mn-lt"/>
              </a:rPr>
              <a:t>mensajería</a:t>
            </a:r>
            <a:r>
              <a:rPr lang="es-CL" dirty="0">
                <a:ea typeface="+mn-lt"/>
                <a:cs typeface="+mn-lt"/>
              </a:rPr>
              <a:t>, lo que dificulta el </a:t>
            </a:r>
            <a:r>
              <a:rPr lang="es-CL" b="1" dirty="0">
                <a:ea typeface="+mn-lt"/>
                <a:cs typeface="+mn-lt"/>
              </a:rPr>
              <a:t>seguimiento</a:t>
            </a:r>
            <a:r>
              <a:rPr lang="es-CL" dirty="0">
                <a:ea typeface="+mn-lt"/>
                <a:cs typeface="+mn-lt"/>
              </a:rPr>
              <a:t>, la </a:t>
            </a:r>
            <a:r>
              <a:rPr lang="es-CL" b="1" dirty="0">
                <a:ea typeface="+mn-lt"/>
                <a:cs typeface="+mn-lt"/>
              </a:rPr>
              <a:t>coordinación</a:t>
            </a:r>
            <a:r>
              <a:rPr lang="es-CL" dirty="0">
                <a:ea typeface="+mn-lt"/>
                <a:cs typeface="+mn-lt"/>
              </a:rPr>
              <a:t> y la </a:t>
            </a:r>
            <a:r>
              <a:rPr lang="es-CL" b="1" dirty="0">
                <a:ea typeface="+mn-lt"/>
                <a:cs typeface="+mn-lt"/>
              </a:rPr>
              <a:t>trazabilidad</a:t>
            </a:r>
            <a:r>
              <a:rPr lang="es-CL" dirty="0">
                <a:ea typeface="+mn-lt"/>
                <a:cs typeface="+mn-lt"/>
              </a:rPr>
              <a:t> de las actividades.</a:t>
            </a:r>
          </a:p>
          <a:p>
            <a:endParaRPr lang="es-CL" dirty="0"/>
          </a:p>
          <a:p>
            <a:r>
              <a:rPr lang="es-CL" dirty="0">
                <a:ea typeface="+mn-lt"/>
                <a:cs typeface="+mn-lt"/>
              </a:rPr>
              <a:t>Desarrollar una </a:t>
            </a:r>
            <a:r>
              <a:rPr lang="es-CL" b="1" dirty="0">
                <a:ea typeface="+mn-lt"/>
                <a:cs typeface="+mn-lt"/>
              </a:rPr>
              <a:t>aplicación web tipo Kanban</a:t>
            </a:r>
            <a:r>
              <a:rPr lang="es-CL" dirty="0">
                <a:ea typeface="+mn-lt"/>
                <a:cs typeface="+mn-lt"/>
              </a:rPr>
              <a:t> para </a:t>
            </a:r>
            <a:r>
              <a:rPr lang="es-CL" b="1" dirty="0">
                <a:ea typeface="+mn-lt"/>
                <a:cs typeface="+mn-lt"/>
              </a:rPr>
              <a:t>gestionar tareas</a:t>
            </a:r>
            <a:r>
              <a:rPr lang="es-CL" dirty="0">
                <a:ea typeface="+mn-lt"/>
                <a:cs typeface="+mn-lt"/>
              </a:rPr>
              <a:t> por </a:t>
            </a:r>
            <a:r>
              <a:rPr lang="es-CL" b="1" dirty="0">
                <a:ea typeface="+mn-lt"/>
                <a:cs typeface="+mn-lt"/>
              </a:rPr>
              <a:t>áreas</a:t>
            </a:r>
            <a:r>
              <a:rPr lang="es-CL" dirty="0">
                <a:ea typeface="+mn-lt"/>
                <a:cs typeface="+mn-lt"/>
              </a:rPr>
              <a:t>, </a:t>
            </a:r>
            <a:r>
              <a:rPr lang="es-CL" b="1" dirty="0">
                <a:ea typeface="+mn-lt"/>
                <a:cs typeface="+mn-lt"/>
              </a:rPr>
              <a:t>supervisores</a:t>
            </a:r>
            <a:r>
              <a:rPr lang="es-CL" dirty="0">
                <a:ea typeface="+mn-lt"/>
                <a:cs typeface="+mn-lt"/>
              </a:rPr>
              <a:t> y </a:t>
            </a:r>
            <a:r>
              <a:rPr lang="es-CL" b="1" dirty="0">
                <a:ea typeface="+mn-lt"/>
                <a:cs typeface="+mn-lt"/>
              </a:rPr>
              <a:t>trabajadores</a:t>
            </a:r>
            <a:r>
              <a:rPr lang="es-CL" dirty="0">
                <a:ea typeface="+mn-lt"/>
                <a:cs typeface="+mn-lt"/>
              </a:rPr>
              <a:t>.</a:t>
            </a:r>
            <a:br>
              <a:rPr lang="es-CL" dirty="0">
                <a:ea typeface="+mn-lt"/>
                <a:cs typeface="+mn-lt"/>
              </a:rPr>
            </a:br>
            <a:r>
              <a:rPr lang="es-CL" dirty="0">
                <a:ea typeface="+mn-lt"/>
                <a:cs typeface="+mn-lt"/>
              </a:rPr>
              <a:t> Permitirá </a:t>
            </a:r>
            <a:r>
              <a:rPr lang="es-CL" b="1" dirty="0">
                <a:ea typeface="+mn-lt"/>
                <a:cs typeface="+mn-lt"/>
              </a:rPr>
              <a:t>asignar responsables</a:t>
            </a:r>
            <a:r>
              <a:rPr lang="es-CL" dirty="0">
                <a:ea typeface="+mn-lt"/>
                <a:cs typeface="+mn-lt"/>
              </a:rPr>
              <a:t>, </a:t>
            </a:r>
            <a:r>
              <a:rPr lang="es-CL" b="1" dirty="0">
                <a:ea typeface="+mn-lt"/>
                <a:cs typeface="+mn-lt"/>
              </a:rPr>
              <a:t>registrar avances</a:t>
            </a:r>
            <a:r>
              <a:rPr lang="es-CL" dirty="0">
                <a:ea typeface="+mn-lt"/>
                <a:cs typeface="+mn-lt"/>
              </a:rPr>
              <a:t> y </a:t>
            </a:r>
            <a:r>
              <a:rPr lang="es-CL" b="1" dirty="0">
                <a:ea typeface="+mn-lt"/>
                <a:cs typeface="+mn-lt"/>
              </a:rPr>
              <a:t>mantener un historial de cambios</a:t>
            </a:r>
            <a:r>
              <a:rPr lang="es-CL" dirty="0">
                <a:ea typeface="+mn-lt"/>
                <a:cs typeface="+mn-lt"/>
              </a:rPr>
              <a:t>, mejorando la </a:t>
            </a:r>
            <a:r>
              <a:rPr lang="es-CL" b="1" dirty="0">
                <a:ea typeface="+mn-lt"/>
                <a:cs typeface="+mn-lt"/>
              </a:rPr>
              <a:t>organización</a:t>
            </a:r>
            <a:r>
              <a:rPr lang="es-CL" dirty="0">
                <a:ea typeface="+mn-lt"/>
                <a:cs typeface="+mn-lt"/>
              </a:rPr>
              <a:t>, </a:t>
            </a:r>
            <a:r>
              <a:rPr lang="es-CL" b="1" dirty="0">
                <a:ea typeface="+mn-lt"/>
                <a:cs typeface="+mn-lt"/>
              </a:rPr>
              <a:t>comunicación</a:t>
            </a:r>
            <a:r>
              <a:rPr lang="es-CL" dirty="0">
                <a:ea typeface="+mn-lt"/>
                <a:cs typeface="+mn-lt"/>
              </a:rPr>
              <a:t> y </a:t>
            </a:r>
            <a:r>
              <a:rPr lang="es-CL" b="1" dirty="0">
                <a:ea typeface="+mn-lt"/>
                <a:cs typeface="+mn-lt"/>
              </a:rPr>
              <a:t>transparencia interna</a:t>
            </a:r>
            <a:r>
              <a:rPr lang="es-CL" dirty="0">
                <a:ea typeface="+mn-lt"/>
                <a:cs typeface="+mn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149000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05984-BC04-1E9C-5DAA-0E082B6BF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Objetivos SMART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B5A126-F758-41F3-F8F9-FD9600417EB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CL" dirty="0"/>
              <a:t>General</a:t>
            </a:r>
          </a:p>
          <a:p>
            <a:pPr marL="0" indent="0">
              <a:buNone/>
            </a:pPr>
            <a:r>
              <a:rPr lang="es-CL" sz="2400" b="1" dirty="0">
                <a:ea typeface="+mn-lt"/>
                <a:cs typeface="+mn-lt"/>
              </a:rPr>
              <a:t>Gestionar</a:t>
            </a:r>
            <a:r>
              <a:rPr lang="es-CL" sz="2400" dirty="0">
                <a:ea typeface="+mn-lt"/>
                <a:cs typeface="+mn-lt"/>
              </a:rPr>
              <a:t> mediante una </a:t>
            </a:r>
            <a:r>
              <a:rPr lang="es-CL" sz="2400" b="1" dirty="0">
                <a:ea typeface="+mn-lt"/>
                <a:cs typeface="+mn-lt"/>
              </a:rPr>
              <a:t>aplicación web tipo Kanban</a:t>
            </a:r>
            <a:r>
              <a:rPr lang="es-CL" sz="2400" dirty="0">
                <a:ea typeface="+mn-lt"/>
                <a:cs typeface="+mn-lt"/>
              </a:rPr>
              <a:t> la </a:t>
            </a:r>
            <a:r>
              <a:rPr lang="es-CL" sz="2400" b="1" dirty="0">
                <a:ea typeface="+mn-lt"/>
                <a:cs typeface="+mn-lt"/>
              </a:rPr>
              <a:t>administración centralizada de tareas</a:t>
            </a:r>
            <a:r>
              <a:rPr lang="es-CL" sz="2400" dirty="0">
                <a:ea typeface="+mn-lt"/>
                <a:cs typeface="+mn-lt"/>
              </a:rPr>
              <a:t> en empresas, organizada por </a:t>
            </a:r>
            <a:r>
              <a:rPr lang="es-CL" sz="2400" b="1" dirty="0">
                <a:ea typeface="+mn-lt"/>
                <a:cs typeface="+mn-lt"/>
              </a:rPr>
              <a:t>áreas</a:t>
            </a:r>
            <a:r>
              <a:rPr lang="es-CL" sz="2400" dirty="0">
                <a:ea typeface="+mn-lt"/>
                <a:cs typeface="+mn-lt"/>
              </a:rPr>
              <a:t>, </a:t>
            </a:r>
            <a:r>
              <a:rPr lang="es-CL" sz="2400" b="1" dirty="0">
                <a:ea typeface="+mn-lt"/>
                <a:cs typeface="+mn-lt"/>
              </a:rPr>
              <a:t>supervisores</a:t>
            </a:r>
            <a:r>
              <a:rPr lang="es-CL" sz="2400" dirty="0">
                <a:ea typeface="+mn-lt"/>
                <a:cs typeface="+mn-lt"/>
              </a:rPr>
              <a:t> y </a:t>
            </a:r>
            <a:r>
              <a:rPr lang="es-CL" sz="2400" b="1" dirty="0">
                <a:ea typeface="+mn-lt"/>
                <a:cs typeface="+mn-lt"/>
              </a:rPr>
              <a:t>trabajadores</a:t>
            </a:r>
            <a:r>
              <a:rPr lang="es-CL" sz="2400" dirty="0">
                <a:ea typeface="+mn-lt"/>
                <a:cs typeface="+mn-lt"/>
              </a:rPr>
              <a:t>, que permita </a:t>
            </a:r>
            <a:r>
              <a:rPr lang="es-CL" sz="2400" b="1" dirty="0">
                <a:ea typeface="+mn-lt"/>
                <a:cs typeface="+mn-lt"/>
              </a:rPr>
              <a:t>asignar</a:t>
            </a:r>
            <a:r>
              <a:rPr lang="es-CL" sz="2400" dirty="0">
                <a:ea typeface="+mn-lt"/>
                <a:cs typeface="+mn-lt"/>
              </a:rPr>
              <a:t>, </a:t>
            </a:r>
            <a:r>
              <a:rPr lang="es-CL" sz="2400" b="1" dirty="0">
                <a:ea typeface="+mn-lt"/>
                <a:cs typeface="+mn-lt"/>
              </a:rPr>
              <a:t>registrar</a:t>
            </a:r>
            <a:r>
              <a:rPr lang="es-CL" sz="2400" dirty="0">
                <a:ea typeface="+mn-lt"/>
                <a:cs typeface="+mn-lt"/>
              </a:rPr>
              <a:t> y </a:t>
            </a:r>
            <a:r>
              <a:rPr lang="es-CL" sz="2400" b="1" dirty="0">
                <a:ea typeface="+mn-lt"/>
                <a:cs typeface="+mn-lt"/>
              </a:rPr>
              <a:t>dar seguimiento</a:t>
            </a:r>
            <a:r>
              <a:rPr lang="es-CL" sz="2400" dirty="0">
                <a:ea typeface="+mn-lt"/>
                <a:cs typeface="+mn-lt"/>
              </a:rPr>
              <a:t> a actividades cotidianas con </a:t>
            </a:r>
            <a:r>
              <a:rPr lang="es-CL" sz="2400" b="1" dirty="0">
                <a:ea typeface="+mn-lt"/>
                <a:cs typeface="+mn-lt"/>
              </a:rPr>
              <a:t>trazabilidad de acciones inspirada en Git</a:t>
            </a:r>
            <a:r>
              <a:rPr lang="es-CL" sz="2400" dirty="0">
                <a:ea typeface="+mn-lt"/>
                <a:cs typeface="+mn-lt"/>
              </a:rPr>
              <a:t>.</a:t>
            </a:r>
            <a:endParaRPr lang="es-CL" dirty="0">
              <a:ea typeface="+mn-lt"/>
              <a:cs typeface="+mn-lt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45F084-A257-7A68-6967-6D2C6F041F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7220" y="574795"/>
            <a:ext cx="5253486" cy="532899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CL" dirty="0"/>
              <a:t>Específicos</a:t>
            </a:r>
          </a:p>
          <a:p>
            <a:r>
              <a:rPr lang="es-CL" sz="1800" b="1" dirty="0">
                <a:ea typeface="+mn-lt"/>
                <a:cs typeface="+mn-lt"/>
              </a:rPr>
              <a:t>Levantar y documentar</a:t>
            </a:r>
            <a:r>
              <a:rPr lang="es-CL" sz="1800" dirty="0">
                <a:ea typeface="+mn-lt"/>
                <a:cs typeface="+mn-lt"/>
              </a:rPr>
              <a:t> los </a:t>
            </a:r>
            <a:r>
              <a:rPr lang="es-CL" sz="1800" b="1" dirty="0">
                <a:ea typeface="+mn-lt"/>
                <a:cs typeface="+mn-lt"/>
              </a:rPr>
              <a:t>requerimientos funcionales y no funcionales</a:t>
            </a:r>
            <a:r>
              <a:rPr lang="es-CL" sz="1800" dirty="0">
                <a:ea typeface="+mn-lt"/>
                <a:cs typeface="+mn-lt"/>
              </a:rPr>
              <a:t> del sistema, definiendo </a:t>
            </a:r>
            <a:r>
              <a:rPr lang="es-CL" sz="1800" b="1" dirty="0">
                <a:ea typeface="+mn-lt"/>
                <a:cs typeface="+mn-lt"/>
              </a:rPr>
              <a:t>roles</a:t>
            </a:r>
            <a:r>
              <a:rPr lang="es-CL" sz="1800" dirty="0">
                <a:ea typeface="+mn-lt"/>
                <a:cs typeface="+mn-lt"/>
              </a:rPr>
              <a:t> y </a:t>
            </a:r>
            <a:r>
              <a:rPr lang="es-CL" sz="1800" b="1" dirty="0">
                <a:ea typeface="+mn-lt"/>
                <a:cs typeface="+mn-lt"/>
              </a:rPr>
              <a:t>flujos de trabajo</a:t>
            </a:r>
            <a:r>
              <a:rPr lang="es-CL" sz="1800" dirty="0">
                <a:ea typeface="+mn-lt"/>
                <a:cs typeface="+mn-lt"/>
              </a:rPr>
              <a:t>.</a:t>
            </a:r>
          </a:p>
          <a:p>
            <a:r>
              <a:rPr lang="es-CL" sz="1800" b="1" dirty="0">
                <a:ea typeface="+mn-lt"/>
                <a:cs typeface="+mn-lt"/>
              </a:rPr>
              <a:t>Diseñar</a:t>
            </a:r>
            <a:r>
              <a:rPr lang="es-CL" sz="1800" dirty="0">
                <a:ea typeface="+mn-lt"/>
                <a:cs typeface="+mn-lt"/>
              </a:rPr>
              <a:t> la </a:t>
            </a:r>
            <a:r>
              <a:rPr lang="es-CL" sz="1800" b="1" dirty="0">
                <a:ea typeface="+mn-lt"/>
                <a:cs typeface="+mn-lt"/>
              </a:rPr>
              <a:t>arquitectura del sistema</a:t>
            </a:r>
            <a:r>
              <a:rPr lang="es-CL" sz="1800" dirty="0">
                <a:ea typeface="+mn-lt"/>
                <a:cs typeface="+mn-lt"/>
              </a:rPr>
              <a:t> y el </a:t>
            </a:r>
            <a:r>
              <a:rPr lang="es-CL" sz="1800" b="1" dirty="0">
                <a:ea typeface="+mn-lt"/>
                <a:cs typeface="+mn-lt"/>
              </a:rPr>
              <a:t>modelo de base de datos relacional</a:t>
            </a:r>
            <a:r>
              <a:rPr lang="es-CL" sz="1800" dirty="0">
                <a:ea typeface="+mn-lt"/>
                <a:cs typeface="+mn-lt"/>
              </a:rPr>
              <a:t>.</a:t>
            </a:r>
            <a:endParaRPr lang="es-CL" dirty="0">
              <a:ea typeface="+mn-lt"/>
              <a:cs typeface="+mn-lt"/>
            </a:endParaRPr>
          </a:p>
          <a:p>
            <a:r>
              <a:rPr lang="es-CL" sz="1800" b="1" dirty="0">
                <a:ea typeface="+mn-lt"/>
                <a:cs typeface="+mn-lt"/>
              </a:rPr>
              <a:t>Implementar</a:t>
            </a:r>
            <a:r>
              <a:rPr lang="es-CL" sz="1800" dirty="0">
                <a:ea typeface="+mn-lt"/>
                <a:cs typeface="+mn-lt"/>
              </a:rPr>
              <a:t> una </a:t>
            </a:r>
            <a:r>
              <a:rPr lang="es-CL" sz="1800" b="1" dirty="0">
                <a:ea typeface="+mn-lt"/>
                <a:cs typeface="+mn-lt"/>
              </a:rPr>
              <a:t>API REST</a:t>
            </a:r>
            <a:r>
              <a:rPr lang="es-CL" sz="1800" dirty="0">
                <a:ea typeface="+mn-lt"/>
                <a:cs typeface="+mn-lt"/>
              </a:rPr>
              <a:t> en </a:t>
            </a:r>
            <a:r>
              <a:rPr lang="es-CL" sz="1800" b="1" dirty="0">
                <a:ea typeface="+mn-lt"/>
                <a:cs typeface="+mn-lt"/>
              </a:rPr>
              <a:t>Node.js</a:t>
            </a:r>
            <a:r>
              <a:rPr lang="es-CL" sz="1800" dirty="0">
                <a:ea typeface="+mn-lt"/>
                <a:cs typeface="+mn-lt"/>
              </a:rPr>
              <a:t> con </a:t>
            </a:r>
            <a:r>
              <a:rPr lang="es-CL" sz="1800" b="1" dirty="0">
                <a:ea typeface="+mn-lt"/>
                <a:cs typeface="+mn-lt"/>
              </a:rPr>
              <a:t>Express</a:t>
            </a:r>
            <a:r>
              <a:rPr lang="es-CL" sz="1800" dirty="0">
                <a:ea typeface="+mn-lt"/>
                <a:cs typeface="+mn-lt"/>
              </a:rPr>
              <a:t> y </a:t>
            </a:r>
            <a:r>
              <a:rPr lang="es-CL" sz="1800" b="1" dirty="0">
                <a:ea typeface="+mn-lt"/>
                <a:cs typeface="+mn-lt"/>
              </a:rPr>
              <a:t>MySQL2</a:t>
            </a:r>
            <a:r>
              <a:rPr lang="es-CL" sz="1800" dirty="0">
                <a:ea typeface="+mn-lt"/>
                <a:cs typeface="+mn-lt"/>
              </a:rPr>
              <a:t> para la </a:t>
            </a:r>
            <a:r>
              <a:rPr lang="es-CL" sz="1800" b="1" dirty="0">
                <a:ea typeface="+mn-lt"/>
                <a:cs typeface="+mn-lt"/>
              </a:rPr>
              <a:t>gestión de usuarios, áreas y tareas</a:t>
            </a:r>
            <a:r>
              <a:rPr lang="es-CL" sz="1800" dirty="0">
                <a:ea typeface="+mn-lt"/>
                <a:cs typeface="+mn-lt"/>
              </a:rPr>
              <a:t>.</a:t>
            </a:r>
            <a:endParaRPr lang="es-CL" dirty="0">
              <a:ea typeface="+mn-lt"/>
              <a:cs typeface="+mn-lt"/>
            </a:endParaRPr>
          </a:p>
          <a:p>
            <a:r>
              <a:rPr lang="es-CL" sz="1800" b="1" dirty="0">
                <a:ea typeface="+mn-lt"/>
                <a:cs typeface="+mn-lt"/>
              </a:rPr>
              <a:t>Desarrollar</a:t>
            </a:r>
            <a:r>
              <a:rPr lang="es-CL" sz="1800" dirty="0">
                <a:ea typeface="+mn-lt"/>
                <a:cs typeface="+mn-lt"/>
              </a:rPr>
              <a:t> la </a:t>
            </a:r>
            <a:r>
              <a:rPr lang="es-CL" sz="1800" b="1" dirty="0">
                <a:ea typeface="+mn-lt"/>
                <a:cs typeface="+mn-lt"/>
              </a:rPr>
              <a:t>interfaz web responsiva</a:t>
            </a:r>
            <a:r>
              <a:rPr lang="es-CL" sz="1800" dirty="0">
                <a:ea typeface="+mn-lt"/>
                <a:cs typeface="+mn-lt"/>
              </a:rPr>
              <a:t> con </a:t>
            </a:r>
            <a:r>
              <a:rPr lang="es-CL" sz="1800" b="1" dirty="0">
                <a:ea typeface="+mn-lt"/>
                <a:cs typeface="+mn-lt"/>
              </a:rPr>
              <a:t>tablero Kanban</a:t>
            </a:r>
            <a:r>
              <a:rPr lang="es-CL" sz="1800" dirty="0">
                <a:ea typeface="+mn-lt"/>
                <a:cs typeface="+mn-lt"/>
              </a:rPr>
              <a:t> integrado al </a:t>
            </a:r>
            <a:r>
              <a:rPr lang="es-CL" sz="1800" b="1" dirty="0" err="1">
                <a:ea typeface="+mn-lt"/>
                <a:cs typeface="+mn-lt"/>
              </a:rPr>
              <a:t>backend</a:t>
            </a:r>
            <a:r>
              <a:rPr lang="es-CL" sz="1800" dirty="0">
                <a:ea typeface="+mn-lt"/>
                <a:cs typeface="+mn-lt"/>
              </a:rPr>
              <a:t>.</a:t>
            </a:r>
            <a:endParaRPr lang="es-CL" dirty="0">
              <a:ea typeface="+mn-lt"/>
              <a:cs typeface="+mn-lt"/>
            </a:endParaRPr>
          </a:p>
          <a:p>
            <a:r>
              <a:rPr lang="es-CL" sz="1800" b="1" dirty="0">
                <a:ea typeface="+mn-lt"/>
                <a:cs typeface="+mn-lt"/>
              </a:rPr>
              <a:t>Integrar</a:t>
            </a:r>
            <a:r>
              <a:rPr lang="es-CL" sz="1800" dirty="0">
                <a:ea typeface="+mn-lt"/>
                <a:cs typeface="+mn-lt"/>
              </a:rPr>
              <a:t> el </a:t>
            </a:r>
            <a:r>
              <a:rPr lang="es-CL" sz="1800" b="1" dirty="0">
                <a:ea typeface="+mn-lt"/>
                <a:cs typeface="+mn-lt"/>
              </a:rPr>
              <a:t>registro de acciones</a:t>
            </a:r>
            <a:r>
              <a:rPr lang="es-CL" sz="1800" dirty="0">
                <a:ea typeface="+mn-lt"/>
                <a:cs typeface="+mn-lt"/>
              </a:rPr>
              <a:t> e </a:t>
            </a:r>
            <a:r>
              <a:rPr lang="es-CL" sz="1800" b="1" dirty="0">
                <a:ea typeface="+mn-lt"/>
                <a:cs typeface="+mn-lt"/>
              </a:rPr>
              <a:t>historial de cambios</a:t>
            </a:r>
            <a:r>
              <a:rPr lang="es-CL" sz="1800" dirty="0">
                <a:ea typeface="+mn-lt"/>
                <a:cs typeface="+mn-lt"/>
              </a:rPr>
              <a:t> inspirado en </a:t>
            </a:r>
            <a:r>
              <a:rPr lang="es-CL" sz="1800" b="1" dirty="0">
                <a:ea typeface="+mn-lt"/>
                <a:cs typeface="+mn-lt"/>
              </a:rPr>
              <a:t>Git</a:t>
            </a:r>
            <a:r>
              <a:rPr lang="es-CL" sz="1800" dirty="0">
                <a:ea typeface="+mn-lt"/>
                <a:cs typeface="+mn-lt"/>
              </a:rPr>
              <a:t>.</a:t>
            </a:r>
            <a:endParaRPr lang="es-CL" dirty="0">
              <a:ea typeface="+mn-lt"/>
              <a:cs typeface="+mn-lt"/>
            </a:endParaRPr>
          </a:p>
          <a:p>
            <a:r>
              <a:rPr lang="es-CL" sz="1800" b="1" dirty="0">
                <a:ea typeface="+mn-lt"/>
                <a:cs typeface="+mn-lt"/>
              </a:rPr>
              <a:t>Realizar</a:t>
            </a:r>
            <a:r>
              <a:rPr lang="es-CL" sz="1800" dirty="0">
                <a:ea typeface="+mn-lt"/>
                <a:cs typeface="+mn-lt"/>
              </a:rPr>
              <a:t> </a:t>
            </a:r>
            <a:r>
              <a:rPr lang="es-CL" sz="1800" b="1" dirty="0">
                <a:ea typeface="+mn-lt"/>
                <a:cs typeface="+mn-lt"/>
              </a:rPr>
              <a:t>pruebas funcionales</a:t>
            </a:r>
            <a:r>
              <a:rPr lang="es-CL" sz="1800" dirty="0">
                <a:ea typeface="+mn-lt"/>
                <a:cs typeface="+mn-lt"/>
              </a:rPr>
              <a:t>, </a:t>
            </a:r>
            <a:r>
              <a:rPr lang="es-CL" sz="1800" b="1" dirty="0">
                <a:ea typeface="+mn-lt"/>
                <a:cs typeface="+mn-lt"/>
              </a:rPr>
              <a:t>documentación técnica</a:t>
            </a:r>
            <a:r>
              <a:rPr lang="es-CL" sz="1800" dirty="0">
                <a:ea typeface="+mn-lt"/>
                <a:cs typeface="+mn-lt"/>
              </a:rPr>
              <a:t> y </a:t>
            </a:r>
            <a:r>
              <a:rPr lang="es-CL" sz="1800" b="1" dirty="0">
                <a:ea typeface="+mn-lt"/>
                <a:cs typeface="+mn-lt"/>
              </a:rPr>
              <a:t>despliegue básico</a:t>
            </a:r>
            <a:r>
              <a:rPr lang="es-CL" sz="1800" dirty="0">
                <a:ea typeface="+mn-lt"/>
                <a:cs typeface="+mn-lt"/>
              </a:rPr>
              <a:t>.</a:t>
            </a:r>
            <a:endParaRPr lang="es-CL" dirty="0"/>
          </a:p>
          <a:p>
            <a:r>
              <a:rPr lang="es-CL" sz="1800" dirty="0">
                <a:latin typeface="Cambria"/>
                <a:ea typeface="Cambria"/>
              </a:rPr>
              <a:t> del sistema.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784907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CF2EC-4972-8198-C3F6-85781130E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Elementos de Innovación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951B0C-864D-02D4-8399-9328558EB2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5463"/>
            <a:ext cx="6172200" cy="5923171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CL" sz="2400" dirty="0">
                <a:ea typeface="+mn-lt"/>
                <a:cs typeface="+mn-lt"/>
              </a:rPr>
              <a:t>El proyecto propone una </a:t>
            </a:r>
            <a:r>
              <a:rPr lang="es-CL" sz="2400" b="1" dirty="0">
                <a:ea typeface="+mn-lt"/>
                <a:cs typeface="+mn-lt"/>
              </a:rPr>
              <a:t>aplicación web</a:t>
            </a:r>
            <a:r>
              <a:rPr lang="es-CL" sz="2400" dirty="0">
                <a:ea typeface="+mn-lt"/>
                <a:cs typeface="+mn-lt"/>
              </a:rPr>
              <a:t> que integra </a:t>
            </a:r>
            <a:r>
              <a:rPr lang="es-CL" sz="2400" b="1" dirty="0">
                <a:ea typeface="+mn-lt"/>
                <a:cs typeface="+mn-lt"/>
              </a:rPr>
              <a:t>control de versiones</a:t>
            </a:r>
            <a:r>
              <a:rPr lang="es-CL" sz="2400" dirty="0">
                <a:ea typeface="+mn-lt"/>
                <a:cs typeface="+mn-lt"/>
              </a:rPr>
              <a:t> y </a:t>
            </a:r>
            <a:r>
              <a:rPr lang="es-CL" sz="2400" b="1" dirty="0">
                <a:ea typeface="+mn-lt"/>
                <a:cs typeface="+mn-lt"/>
              </a:rPr>
              <a:t>trazabilidad</a:t>
            </a:r>
            <a:r>
              <a:rPr lang="es-CL" sz="2400" dirty="0">
                <a:ea typeface="+mn-lt"/>
                <a:cs typeface="+mn-lt"/>
              </a:rPr>
              <a:t> inspirados en </a:t>
            </a:r>
            <a:r>
              <a:rPr lang="es-CL" sz="2400" b="1" dirty="0">
                <a:ea typeface="+mn-lt"/>
                <a:cs typeface="+mn-lt"/>
              </a:rPr>
              <a:t>Git</a:t>
            </a:r>
            <a:r>
              <a:rPr lang="es-CL" sz="2400" dirty="0">
                <a:ea typeface="+mn-lt"/>
                <a:cs typeface="+mn-lt"/>
              </a:rPr>
              <a:t> para la </a:t>
            </a:r>
            <a:r>
              <a:rPr lang="es-CL" sz="2400" b="1" dirty="0">
                <a:ea typeface="+mn-lt"/>
                <a:cs typeface="+mn-lt"/>
              </a:rPr>
              <a:t>gestión de tareas empresariales</a:t>
            </a:r>
            <a:r>
              <a:rPr lang="es-CL" sz="2400" dirty="0">
                <a:ea typeface="+mn-lt"/>
                <a:cs typeface="+mn-lt"/>
              </a:rPr>
              <a:t>.</a:t>
            </a:r>
            <a:br>
              <a:rPr lang="es-CL" sz="2400" dirty="0">
                <a:ea typeface="+mn-lt"/>
                <a:cs typeface="+mn-lt"/>
              </a:rPr>
            </a:br>
            <a:r>
              <a:rPr lang="es-CL" sz="2400" dirty="0">
                <a:ea typeface="+mn-lt"/>
                <a:cs typeface="+mn-lt"/>
              </a:rPr>
              <a:t> Cada </a:t>
            </a:r>
            <a:r>
              <a:rPr lang="es-CL" sz="2400" b="1" dirty="0">
                <a:ea typeface="+mn-lt"/>
                <a:cs typeface="+mn-lt"/>
              </a:rPr>
              <a:t>tarea</a:t>
            </a:r>
            <a:r>
              <a:rPr lang="es-CL" sz="2400" dirty="0">
                <a:ea typeface="+mn-lt"/>
                <a:cs typeface="+mn-lt"/>
              </a:rPr>
              <a:t> tiene un </a:t>
            </a:r>
            <a:r>
              <a:rPr lang="es-CL" sz="2400" b="1" dirty="0">
                <a:ea typeface="+mn-lt"/>
                <a:cs typeface="+mn-lt"/>
              </a:rPr>
              <a:t>historial transparente</a:t>
            </a:r>
            <a:r>
              <a:rPr lang="es-CL" sz="2400" dirty="0">
                <a:ea typeface="+mn-lt"/>
                <a:cs typeface="+mn-lt"/>
              </a:rPr>
              <a:t> que mejora la </a:t>
            </a:r>
            <a:r>
              <a:rPr lang="es-CL" sz="2400" b="1" dirty="0">
                <a:ea typeface="+mn-lt"/>
                <a:cs typeface="+mn-lt"/>
              </a:rPr>
              <a:t>comunicación</a:t>
            </a:r>
            <a:r>
              <a:rPr lang="es-CL" sz="2400" dirty="0">
                <a:ea typeface="+mn-lt"/>
                <a:cs typeface="+mn-lt"/>
              </a:rPr>
              <a:t> entre </a:t>
            </a:r>
            <a:r>
              <a:rPr lang="es-CL" sz="2400" b="1" dirty="0">
                <a:ea typeface="+mn-lt"/>
                <a:cs typeface="+mn-lt"/>
              </a:rPr>
              <a:t>supervisores</a:t>
            </a:r>
            <a:r>
              <a:rPr lang="es-CL" sz="2400" dirty="0">
                <a:ea typeface="+mn-lt"/>
                <a:cs typeface="+mn-lt"/>
              </a:rPr>
              <a:t> y </a:t>
            </a:r>
            <a:r>
              <a:rPr lang="es-CL" sz="2400" b="1" dirty="0">
                <a:ea typeface="+mn-lt"/>
                <a:cs typeface="+mn-lt"/>
              </a:rPr>
              <a:t>empleados</a:t>
            </a:r>
            <a:r>
              <a:rPr lang="es-CL" sz="2400" dirty="0">
                <a:ea typeface="+mn-lt"/>
                <a:cs typeface="+mn-lt"/>
              </a:rPr>
              <a:t>.</a:t>
            </a:r>
            <a:br>
              <a:rPr lang="es-CL" sz="2400" dirty="0">
                <a:ea typeface="+mn-lt"/>
                <a:cs typeface="+mn-lt"/>
              </a:rPr>
            </a:br>
            <a:r>
              <a:rPr lang="es-CL" sz="2400" dirty="0">
                <a:ea typeface="+mn-lt"/>
                <a:cs typeface="+mn-lt"/>
              </a:rPr>
              <a:t> La </a:t>
            </a:r>
            <a:r>
              <a:rPr lang="es-CL" sz="2400" b="1" dirty="0">
                <a:ea typeface="+mn-lt"/>
                <a:cs typeface="+mn-lt"/>
              </a:rPr>
              <a:t>organización jerárquica</a:t>
            </a:r>
            <a:r>
              <a:rPr lang="es-CL" sz="2400" dirty="0">
                <a:ea typeface="+mn-lt"/>
                <a:cs typeface="+mn-lt"/>
              </a:rPr>
              <a:t> por </a:t>
            </a:r>
            <a:r>
              <a:rPr lang="es-CL" sz="2400" b="1" dirty="0">
                <a:ea typeface="+mn-lt"/>
                <a:cs typeface="+mn-lt"/>
              </a:rPr>
              <a:t>áreas</a:t>
            </a:r>
            <a:r>
              <a:rPr lang="es-CL" sz="2400" dirty="0">
                <a:ea typeface="+mn-lt"/>
                <a:cs typeface="+mn-lt"/>
              </a:rPr>
              <a:t>, </a:t>
            </a:r>
            <a:r>
              <a:rPr lang="es-CL" sz="2400" b="1" dirty="0">
                <a:ea typeface="+mn-lt"/>
                <a:cs typeface="+mn-lt"/>
              </a:rPr>
              <a:t>supervisores</a:t>
            </a:r>
            <a:r>
              <a:rPr lang="es-CL" sz="2400" dirty="0">
                <a:ea typeface="+mn-lt"/>
                <a:cs typeface="+mn-lt"/>
              </a:rPr>
              <a:t> y </a:t>
            </a:r>
            <a:r>
              <a:rPr lang="es-CL" sz="2400" b="1" dirty="0">
                <a:ea typeface="+mn-lt"/>
                <a:cs typeface="+mn-lt"/>
              </a:rPr>
              <a:t>trabajadores</a:t>
            </a:r>
            <a:r>
              <a:rPr lang="es-CL" sz="2400" dirty="0">
                <a:ea typeface="+mn-lt"/>
                <a:cs typeface="+mn-lt"/>
              </a:rPr>
              <a:t> facilita la </a:t>
            </a:r>
            <a:r>
              <a:rPr lang="es-CL" sz="2400" b="1" dirty="0">
                <a:ea typeface="+mn-lt"/>
                <a:cs typeface="+mn-lt"/>
              </a:rPr>
              <a:t>adaptabilidad</a:t>
            </a:r>
            <a:r>
              <a:rPr lang="es-CL" sz="2400" dirty="0">
                <a:ea typeface="+mn-lt"/>
                <a:cs typeface="+mn-lt"/>
              </a:rPr>
              <a:t> del sistema.</a:t>
            </a:r>
            <a:br>
              <a:rPr lang="es-CL" sz="2400" dirty="0">
                <a:ea typeface="+mn-lt"/>
                <a:cs typeface="+mn-lt"/>
              </a:rPr>
            </a:br>
            <a:r>
              <a:rPr lang="es-CL" sz="2400" dirty="0">
                <a:ea typeface="+mn-lt"/>
                <a:cs typeface="+mn-lt"/>
              </a:rPr>
              <a:t> La combinación de </a:t>
            </a:r>
            <a:r>
              <a:rPr lang="es-CL" sz="2400" b="1" dirty="0">
                <a:ea typeface="+mn-lt"/>
                <a:cs typeface="+mn-lt"/>
              </a:rPr>
              <a:t>tablero Kanban</a:t>
            </a:r>
            <a:r>
              <a:rPr lang="es-CL" sz="2400" dirty="0">
                <a:ea typeface="+mn-lt"/>
                <a:cs typeface="+mn-lt"/>
              </a:rPr>
              <a:t> y </a:t>
            </a:r>
            <a:r>
              <a:rPr lang="es-CL" sz="2400" b="1" dirty="0">
                <a:ea typeface="+mn-lt"/>
                <a:cs typeface="+mn-lt"/>
              </a:rPr>
              <a:t>trazabilidad tipo Git</a:t>
            </a:r>
            <a:r>
              <a:rPr lang="es-CL" sz="2400" dirty="0">
                <a:ea typeface="+mn-lt"/>
                <a:cs typeface="+mn-lt"/>
              </a:rPr>
              <a:t> ofrece una </a:t>
            </a:r>
            <a:r>
              <a:rPr lang="es-CL" sz="2400" b="1" dirty="0">
                <a:ea typeface="+mn-lt"/>
                <a:cs typeface="+mn-lt"/>
              </a:rPr>
              <a:t>propuesta innovadora</a:t>
            </a:r>
            <a:r>
              <a:rPr lang="es-CL" sz="2400" dirty="0">
                <a:ea typeface="+mn-lt"/>
                <a:cs typeface="+mn-lt"/>
              </a:rPr>
              <a:t> para </a:t>
            </a:r>
            <a:r>
              <a:rPr lang="es-CL" sz="2400" b="1" dirty="0">
                <a:ea typeface="+mn-lt"/>
                <a:cs typeface="+mn-lt"/>
              </a:rPr>
              <a:t>optimizar la gestión interna</a:t>
            </a:r>
            <a:r>
              <a:rPr lang="es-CL" sz="2400" dirty="0">
                <a:ea typeface="+mn-lt"/>
                <a:cs typeface="+mn-lt"/>
              </a:rPr>
              <a:t>.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7BE599-50B9-C63E-0FD3-87B59106091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CL" sz="2400" b="1" dirty="0">
                <a:ea typeface="+mn-lt"/>
                <a:cs typeface="+mn-lt"/>
              </a:rPr>
              <a:t>Innovación</a:t>
            </a:r>
            <a:r>
              <a:rPr lang="es-CL" sz="2400" dirty="0">
                <a:ea typeface="+mn-lt"/>
                <a:cs typeface="+mn-lt"/>
              </a:rPr>
              <a:t> en la </a:t>
            </a:r>
            <a:r>
              <a:rPr lang="es-CL" sz="2400" b="1" dirty="0">
                <a:ea typeface="+mn-lt"/>
                <a:cs typeface="+mn-lt"/>
              </a:rPr>
              <a:t>gestión de tareas empresariales</a:t>
            </a:r>
            <a:r>
              <a:rPr lang="es-CL" sz="2400" dirty="0">
                <a:ea typeface="+mn-lt"/>
                <a:cs typeface="+mn-lt"/>
              </a:rPr>
              <a:t> mediante </a:t>
            </a:r>
            <a:r>
              <a:rPr lang="es-CL" sz="2400" b="1" dirty="0">
                <a:ea typeface="+mn-lt"/>
                <a:cs typeface="+mn-lt"/>
              </a:rPr>
              <a:t>trazabilidad</a:t>
            </a:r>
            <a:r>
              <a:rPr lang="es-CL" sz="2400" dirty="0">
                <a:ea typeface="+mn-lt"/>
                <a:cs typeface="+mn-lt"/>
              </a:rPr>
              <a:t> y </a:t>
            </a:r>
            <a:r>
              <a:rPr lang="es-CL" sz="2400" b="1" dirty="0">
                <a:ea typeface="+mn-lt"/>
                <a:cs typeface="+mn-lt"/>
              </a:rPr>
              <a:t>control de versiones</a:t>
            </a:r>
            <a:r>
              <a:rPr lang="es-CL" sz="2400" dirty="0">
                <a:ea typeface="+mn-lt"/>
                <a:cs typeface="+mn-lt"/>
              </a:rPr>
              <a:t> inspirados en </a:t>
            </a:r>
            <a:r>
              <a:rPr lang="es-CL" sz="2400" b="1" dirty="0">
                <a:ea typeface="+mn-lt"/>
                <a:cs typeface="+mn-lt"/>
              </a:rPr>
              <a:t>Git</a:t>
            </a:r>
            <a:r>
              <a:rPr lang="es-CL" sz="2400" dirty="0">
                <a:ea typeface="+mn-lt"/>
                <a:cs typeface="+mn-lt"/>
              </a:rPr>
              <a:t>.</a:t>
            </a:r>
            <a:endParaRPr lang="en-US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741138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C26EC-6843-0ADD-90F2-939B64DB9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>
                <a:ea typeface="+mj-lt"/>
                <a:cs typeface="+mj-lt"/>
              </a:rPr>
              <a:t>Reflexión – </a:t>
            </a:r>
            <a:r>
              <a:rPr lang="es-CL" i="1" dirty="0">
                <a:ea typeface="+mj-lt"/>
                <a:cs typeface="+mj-lt"/>
              </a:rPr>
              <a:t>La Catedral y el Bazar</a:t>
            </a:r>
            <a:endParaRPr lang="es-C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19F920-23A1-8DD6-D1AE-06412F1D7F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CL" dirty="0">
                <a:ea typeface="+mn-lt"/>
                <a:cs typeface="+mn-lt"/>
              </a:rPr>
              <a:t>Se contrastan dos modelos de desarrollo:</a:t>
            </a:r>
            <a:endParaRPr lang="es-CL" dirty="0"/>
          </a:p>
          <a:p>
            <a:r>
              <a:rPr lang="es-CL" b="1" dirty="0">
                <a:ea typeface="+mn-lt"/>
                <a:cs typeface="+mn-lt"/>
              </a:rPr>
              <a:t>La Catedral:</a:t>
            </a:r>
            <a:r>
              <a:rPr lang="es-CL" dirty="0">
                <a:ea typeface="+mn-lt"/>
                <a:cs typeface="+mn-lt"/>
              </a:rPr>
              <a:t> planificación centralizada y control jerárquico.</a:t>
            </a:r>
            <a:endParaRPr lang="es-CL" dirty="0"/>
          </a:p>
          <a:p>
            <a:r>
              <a:rPr lang="es-CL" b="1" dirty="0">
                <a:ea typeface="+mn-lt"/>
                <a:cs typeface="+mn-lt"/>
              </a:rPr>
              <a:t>El Bazar:</a:t>
            </a:r>
            <a:r>
              <a:rPr lang="es-CL" dirty="0">
                <a:ea typeface="+mn-lt"/>
                <a:cs typeface="+mn-lt"/>
              </a:rPr>
              <a:t> colaboración abierta y mejora continua colectiva.</a:t>
            </a:r>
            <a:endParaRPr lang="es-CL" dirty="0"/>
          </a:p>
          <a:p>
            <a:r>
              <a:rPr lang="es-CL" dirty="0">
                <a:ea typeface="+mn-lt"/>
                <a:cs typeface="+mn-lt"/>
              </a:rPr>
              <a:t>El proyecto combina ambos enfoques:</a:t>
            </a:r>
            <a:endParaRPr lang="es-CL" dirty="0"/>
          </a:p>
          <a:p>
            <a:r>
              <a:rPr lang="es-CL" b="1" dirty="0">
                <a:ea typeface="+mn-lt"/>
                <a:cs typeface="+mn-lt"/>
              </a:rPr>
              <a:t>Estructura organizada (Catedral)</a:t>
            </a:r>
            <a:r>
              <a:rPr lang="es-CL" dirty="0">
                <a:ea typeface="+mn-lt"/>
                <a:cs typeface="+mn-lt"/>
              </a:rPr>
              <a:t> → claridad y control de roles.</a:t>
            </a:r>
            <a:endParaRPr lang="es-CL" dirty="0"/>
          </a:p>
          <a:p>
            <a:r>
              <a:rPr lang="es-CL" b="1" dirty="0">
                <a:ea typeface="+mn-lt"/>
                <a:cs typeface="+mn-lt"/>
              </a:rPr>
              <a:t>Colaboración activa (Bazar)</a:t>
            </a:r>
            <a:r>
              <a:rPr lang="es-CL" dirty="0">
                <a:ea typeface="+mn-lt"/>
                <a:cs typeface="+mn-lt"/>
              </a:rPr>
              <a:t> → comunicación abierta y mejora constante.</a:t>
            </a:r>
            <a:endParaRPr lang="es-CL" dirty="0"/>
          </a:p>
          <a:p>
            <a:r>
              <a:rPr lang="es-CL" b="1" dirty="0">
                <a:ea typeface="+mn-lt"/>
                <a:cs typeface="+mn-lt"/>
              </a:rPr>
              <a:t>Objetivo:</a:t>
            </a:r>
            <a:r>
              <a:rPr lang="es-CL" dirty="0">
                <a:ea typeface="+mn-lt"/>
                <a:cs typeface="+mn-lt"/>
              </a:rPr>
              <a:t> equilibrar orden y flexibilidad para crear un entorno digital más colaborativo en la empresa.</a:t>
            </a:r>
            <a:endParaRPr lang="es-CL" dirty="0"/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5355238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D1B1A-B166-FC05-68D2-3D5A761E2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>
                <a:ea typeface="+mj-lt"/>
                <a:cs typeface="+mj-lt"/>
              </a:rPr>
              <a:t>Licencia del Proyecto – GPL</a:t>
            </a:r>
            <a:endParaRPr lang="es-C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78BF05-9696-9402-A0CE-378B6EABE9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s-CL" dirty="0">
                <a:ea typeface="+mn-lt"/>
                <a:cs typeface="+mn-lt"/>
              </a:rPr>
              <a:t>El proyecto usa la </a:t>
            </a:r>
            <a:r>
              <a:rPr lang="es-CL" b="1" dirty="0">
                <a:ea typeface="+mn-lt"/>
                <a:cs typeface="+mn-lt"/>
              </a:rPr>
              <a:t>Licencia Pública General de GNU (GPL v3)</a:t>
            </a:r>
            <a:r>
              <a:rPr lang="es-CL" dirty="0">
                <a:ea typeface="+mn-lt"/>
                <a:cs typeface="+mn-lt"/>
              </a:rPr>
              <a:t>, una de las más reconocidas del </a:t>
            </a:r>
            <a:r>
              <a:rPr lang="es-CL" b="1" dirty="0">
                <a:ea typeface="+mn-lt"/>
                <a:cs typeface="+mn-lt"/>
              </a:rPr>
              <a:t>software libre</a:t>
            </a:r>
            <a:r>
              <a:rPr lang="es-CL" dirty="0">
                <a:ea typeface="+mn-lt"/>
                <a:cs typeface="+mn-lt"/>
              </a:rPr>
              <a:t>.</a:t>
            </a:r>
            <a:endParaRPr lang="es-CL" dirty="0"/>
          </a:p>
          <a:p>
            <a:r>
              <a:rPr lang="es-CL" dirty="0">
                <a:ea typeface="+mn-lt"/>
                <a:cs typeface="+mn-lt"/>
              </a:rPr>
              <a:t>Garantiza que el </a:t>
            </a:r>
            <a:r>
              <a:rPr lang="es-CL" b="1" dirty="0">
                <a:ea typeface="+mn-lt"/>
                <a:cs typeface="+mn-lt"/>
              </a:rPr>
              <a:t>código fuente</a:t>
            </a:r>
            <a:r>
              <a:rPr lang="es-CL" dirty="0">
                <a:ea typeface="+mn-lt"/>
                <a:cs typeface="+mn-lt"/>
              </a:rPr>
              <a:t> permanezca abierto:</a:t>
            </a:r>
            <a:endParaRPr lang="es-CL"/>
          </a:p>
          <a:p>
            <a:r>
              <a:rPr lang="es-CL" dirty="0">
                <a:ea typeface="+mn-lt"/>
                <a:cs typeface="+mn-lt"/>
              </a:rPr>
              <a:t>Los usuarios pueden </a:t>
            </a:r>
            <a:r>
              <a:rPr lang="es-CL" b="1" dirty="0">
                <a:ea typeface="+mn-lt"/>
                <a:cs typeface="+mn-lt"/>
              </a:rPr>
              <a:t>usar, estudiar, modificar y redistribuir</a:t>
            </a:r>
            <a:r>
              <a:rPr lang="es-CL" dirty="0">
                <a:ea typeface="+mn-lt"/>
                <a:cs typeface="+mn-lt"/>
              </a:rPr>
              <a:t> el software.</a:t>
            </a:r>
            <a:endParaRPr lang="es-CL" dirty="0"/>
          </a:p>
          <a:p>
            <a:r>
              <a:rPr lang="es-CL" dirty="0">
                <a:ea typeface="+mn-lt"/>
                <a:cs typeface="+mn-lt"/>
              </a:rPr>
              <a:t>Las versiones derivadas deben mantener las mismas condiciones de libertad.</a:t>
            </a:r>
            <a:endParaRPr lang="es-CL" dirty="0"/>
          </a:p>
          <a:p>
            <a:r>
              <a:rPr lang="es-CL" dirty="0">
                <a:ea typeface="+mn-lt"/>
                <a:cs typeface="+mn-lt"/>
              </a:rPr>
              <a:t>La </a:t>
            </a:r>
            <a:r>
              <a:rPr lang="es-CL" b="1" dirty="0">
                <a:ea typeface="+mn-lt"/>
                <a:cs typeface="+mn-lt"/>
              </a:rPr>
              <a:t>GPL</a:t>
            </a:r>
            <a:r>
              <a:rPr lang="es-CL" dirty="0">
                <a:ea typeface="+mn-lt"/>
                <a:cs typeface="+mn-lt"/>
              </a:rPr>
              <a:t> fomenta </a:t>
            </a:r>
            <a:r>
              <a:rPr lang="es-CL" b="1" dirty="0">
                <a:ea typeface="+mn-lt"/>
                <a:cs typeface="+mn-lt"/>
              </a:rPr>
              <a:t>colaboración, transparencia y desarrollo comunitario</a:t>
            </a:r>
            <a:r>
              <a:rPr lang="es-CL" dirty="0">
                <a:ea typeface="+mn-lt"/>
                <a:cs typeface="+mn-lt"/>
              </a:rPr>
              <a:t>.</a:t>
            </a:r>
            <a:endParaRPr lang="es-CL" dirty="0"/>
          </a:p>
          <a:p>
            <a:r>
              <a:rPr lang="es-CL" b="1" dirty="0">
                <a:ea typeface="+mn-lt"/>
                <a:cs typeface="+mn-lt"/>
              </a:rPr>
              <a:t>Conclusión:</a:t>
            </a:r>
            <a:r>
              <a:rPr lang="es-CL" dirty="0">
                <a:ea typeface="+mn-lt"/>
                <a:cs typeface="+mn-lt"/>
              </a:rPr>
              <a:t> la licencia refuerza los valores de </a:t>
            </a:r>
            <a:r>
              <a:rPr lang="es-CL" b="1" dirty="0">
                <a:ea typeface="+mn-lt"/>
                <a:cs typeface="+mn-lt"/>
              </a:rPr>
              <a:t>apertura</a:t>
            </a:r>
            <a:r>
              <a:rPr lang="es-CL" dirty="0">
                <a:ea typeface="+mn-lt"/>
                <a:cs typeface="+mn-lt"/>
              </a:rPr>
              <a:t> y </a:t>
            </a:r>
            <a:r>
              <a:rPr lang="es-CL" b="1" dirty="0">
                <a:ea typeface="+mn-lt"/>
                <a:cs typeface="+mn-lt"/>
              </a:rPr>
              <a:t>mejora continua</a:t>
            </a:r>
            <a:r>
              <a:rPr lang="es-CL" dirty="0">
                <a:ea typeface="+mn-lt"/>
                <a:cs typeface="+mn-lt"/>
              </a:rPr>
              <a:t> que sustentan el proyecto.</a:t>
            </a:r>
            <a:endParaRPr lang="es-CL" dirty="0"/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1204574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BE231-768F-3D28-36D9-7836822BE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>
                <a:ea typeface="+mj-lt"/>
                <a:cs typeface="+mj-lt"/>
              </a:rPr>
              <a:t>Diagrama de Procesos / DFD</a:t>
            </a:r>
            <a:endParaRPr lang="es-C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CE1297-73EF-F9BA-DB2B-68E2C93CD8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s-CL" dirty="0">
                <a:ea typeface="+mn-lt"/>
                <a:cs typeface="+mn-lt"/>
              </a:rPr>
              <a:t>Representa el </a:t>
            </a:r>
            <a:r>
              <a:rPr lang="es-CL" b="1" dirty="0">
                <a:ea typeface="+mn-lt"/>
                <a:cs typeface="+mn-lt"/>
              </a:rPr>
              <a:t>flujo general del sistema Kanban empresarial</a:t>
            </a:r>
            <a:r>
              <a:rPr lang="es-CL" dirty="0">
                <a:ea typeface="+mn-lt"/>
                <a:cs typeface="+mn-lt"/>
              </a:rPr>
              <a:t>.</a:t>
            </a:r>
            <a:endParaRPr lang="es-CL" dirty="0"/>
          </a:p>
          <a:p>
            <a:r>
              <a:rPr lang="es-CL" b="1" dirty="0">
                <a:ea typeface="+mn-lt"/>
                <a:cs typeface="+mn-lt"/>
              </a:rPr>
              <a:t>Flujo principal:</a:t>
            </a:r>
            <a:endParaRPr lang="es-CL" dirty="0"/>
          </a:p>
          <a:p>
            <a:r>
              <a:rPr lang="es-CL" b="1" dirty="0">
                <a:ea typeface="+mn-lt"/>
                <a:cs typeface="+mn-lt"/>
              </a:rPr>
              <a:t>Supervisor de Área</a:t>
            </a:r>
            <a:r>
              <a:rPr lang="es-CL" dirty="0">
                <a:ea typeface="+mn-lt"/>
                <a:cs typeface="+mn-lt"/>
              </a:rPr>
              <a:t> crea y organiza tableros de tareas.</a:t>
            </a:r>
            <a:endParaRPr lang="es-CL" dirty="0"/>
          </a:p>
          <a:p>
            <a:r>
              <a:rPr lang="es-CL" b="1" dirty="0">
                <a:ea typeface="+mn-lt"/>
                <a:cs typeface="+mn-lt"/>
              </a:rPr>
              <a:t>Trabajador</a:t>
            </a:r>
            <a:r>
              <a:rPr lang="es-CL" dirty="0">
                <a:ea typeface="+mn-lt"/>
                <a:cs typeface="+mn-lt"/>
              </a:rPr>
              <a:t> visualiza y actualiza el estado de sus tareas (</a:t>
            </a:r>
            <a:r>
              <a:rPr lang="es-CL" i="1" dirty="0" err="1">
                <a:ea typeface="+mn-lt"/>
                <a:cs typeface="+mn-lt"/>
              </a:rPr>
              <a:t>To</a:t>
            </a:r>
            <a:r>
              <a:rPr lang="es-CL" i="1" dirty="0">
                <a:ea typeface="+mn-lt"/>
                <a:cs typeface="+mn-lt"/>
              </a:rPr>
              <a:t> Do → In </a:t>
            </a:r>
            <a:r>
              <a:rPr lang="es-CL" i="1" dirty="0" err="1">
                <a:ea typeface="+mn-lt"/>
                <a:cs typeface="+mn-lt"/>
              </a:rPr>
              <a:t>Progress</a:t>
            </a:r>
            <a:r>
              <a:rPr lang="es-CL" i="1" dirty="0">
                <a:ea typeface="+mn-lt"/>
                <a:cs typeface="+mn-lt"/>
              </a:rPr>
              <a:t> → Done</a:t>
            </a:r>
            <a:r>
              <a:rPr lang="es-CL" dirty="0">
                <a:ea typeface="+mn-lt"/>
                <a:cs typeface="+mn-lt"/>
              </a:rPr>
              <a:t>).</a:t>
            </a:r>
            <a:endParaRPr lang="es-CL" dirty="0"/>
          </a:p>
          <a:p>
            <a:r>
              <a:rPr lang="es-CL" dirty="0">
                <a:ea typeface="+mn-lt"/>
                <a:cs typeface="+mn-lt"/>
              </a:rPr>
              <a:t>El </a:t>
            </a:r>
            <a:r>
              <a:rPr lang="es-CL" b="1" dirty="0">
                <a:ea typeface="+mn-lt"/>
                <a:cs typeface="+mn-lt"/>
              </a:rPr>
              <a:t>sistema</a:t>
            </a:r>
            <a:r>
              <a:rPr lang="es-CL" dirty="0">
                <a:ea typeface="+mn-lt"/>
                <a:cs typeface="+mn-lt"/>
              </a:rPr>
              <a:t> registra cambios y actualiza el historial en la base de datos.</a:t>
            </a:r>
            <a:endParaRPr lang="es-CL" dirty="0"/>
          </a:p>
          <a:p>
            <a:r>
              <a:rPr lang="es-CL" b="1" dirty="0">
                <a:ea typeface="+mn-lt"/>
                <a:cs typeface="+mn-lt"/>
              </a:rPr>
              <a:t>Administradores/Supervisores</a:t>
            </a:r>
            <a:r>
              <a:rPr lang="es-CL" dirty="0">
                <a:ea typeface="+mn-lt"/>
                <a:cs typeface="+mn-lt"/>
              </a:rPr>
              <a:t> visualizan reportes y trazabilidad.</a:t>
            </a:r>
            <a:endParaRPr lang="es-CL" dirty="0"/>
          </a:p>
          <a:p>
            <a:r>
              <a:rPr lang="es-CL" dirty="0">
                <a:ea typeface="+mn-lt"/>
                <a:cs typeface="+mn-lt"/>
              </a:rPr>
              <a:t>El modelo podrá evolucionar a un </a:t>
            </a:r>
            <a:r>
              <a:rPr lang="es-CL" b="1" dirty="0">
                <a:ea typeface="+mn-lt"/>
                <a:cs typeface="+mn-lt"/>
              </a:rPr>
              <a:t>DFD o BPMN detallado</a:t>
            </a:r>
            <a:r>
              <a:rPr lang="es-CL" dirty="0">
                <a:ea typeface="+mn-lt"/>
                <a:cs typeface="+mn-lt"/>
              </a:rPr>
              <a:t>, usando herramientas como </a:t>
            </a:r>
            <a:r>
              <a:rPr lang="es-CL" b="1" dirty="0">
                <a:ea typeface="+mn-lt"/>
                <a:cs typeface="+mn-lt"/>
              </a:rPr>
              <a:t>Draw.io, </a:t>
            </a:r>
            <a:r>
              <a:rPr lang="es-CL" b="1" dirty="0" err="1">
                <a:ea typeface="+mn-lt"/>
                <a:cs typeface="+mn-lt"/>
              </a:rPr>
              <a:t>Lucidchart</a:t>
            </a:r>
            <a:r>
              <a:rPr lang="es-CL" b="1" dirty="0">
                <a:ea typeface="+mn-lt"/>
                <a:cs typeface="+mn-lt"/>
              </a:rPr>
              <a:t> o Bizagi</a:t>
            </a:r>
            <a:r>
              <a:rPr lang="es-CL" dirty="0">
                <a:ea typeface="+mn-lt"/>
                <a:cs typeface="+mn-lt"/>
              </a:rPr>
              <a:t>.</a:t>
            </a:r>
            <a:endParaRPr lang="es-CL" dirty="0"/>
          </a:p>
          <a:p>
            <a:r>
              <a:rPr lang="es-CL" b="1" dirty="0">
                <a:ea typeface="+mn-lt"/>
                <a:cs typeface="+mn-lt"/>
              </a:rPr>
              <a:t>Objetivo:</a:t>
            </a:r>
            <a:r>
              <a:rPr lang="es-CL" dirty="0">
                <a:ea typeface="+mn-lt"/>
                <a:cs typeface="+mn-lt"/>
              </a:rPr>
              <a:t> mostrar de forma clara cómo fluye la información y las responsabilidades dentro del sistema.</a:t>
            </a:r>
            <a:endParaRPr lang="es-CL" dirty="0"/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7327957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TasksFlow</vt:lpstr>
      <vt:lpstr>Problemática y Propuesta de Solución</vt:lpstr>
      <vt:lpstr>Objetivos SMART</vt:lpstr>
      <vt:lpstr>Elementos de Innovación</vt:lpstr>
      <vt:lpstr>Reflexión – La Catedral y el Bazar</vt:lpstr>
      <vt:lpstr>Licencia del Proyecto – GPL</vt:lpstr>
      <vt:lpstr>Diagrama de Procesos / DFD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109</cp:revision>
  <dcterms:created xsi:type="dcterms:W3CDTF">2025-10-28T15:54:53Z</dcterms:created>
  <dcterms:modified xsi:type="dcterms:W3CDTF">2025-10-29T00:56:05Z</dcterms:modified>
</cp:coreProperties>
</file>